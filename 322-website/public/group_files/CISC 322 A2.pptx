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57" r:id="rId6"/>
    <p:sldId id="258" r:id="rId7"/>
    <p:sldId id="273" r:id="rId8"/>
    <p:sldId id="272" r:id="rId9"/>
    <p:sldId id="274" r:id="rId10"/>
    <p:sldId id="285" r:id="rId11"/>
    <p:sldId id="284" r:id="rId12"/>
    <p:sldId id="276" r:id="rId13"/>
    <p:sldId id="279" r:id="rId14"/>
    <p:sldId id="277" r:id="rId15"/>
    <p:sldId id="278" r:id="rId16"/>
    <p:sldId id="261" r:id="rId17"/>
    <p:sldId id="268" r:id="rId18"/>
    <p:sldId id="267" r:id="rId19"/>
    <p:sldId id="275" r:id="rId20"/>
    <p:sldId id="264" r:id="rId21"/>
    <p:sldId id="269" r:id="rId22"/>
    <p:sldId id="271" r:id="rId23"/>
  </p:sldIdLst>
  <p:sldSz cx="18288000" cy="10287000"/>
  <p:notesSz cx="6858000" cy="9144000"/>
  <p:embeddedFontLst>
    <p:embeddedFont>
      <p:font typeface="Work Sans"/>
      <p:regular r:id="rId27"/>
    </p:embeddedFont>
    <p:embeddedFont>
      <p:font typeface="Calibri" panose="020F0502020204030204"/>
      <p:regular r:id="rId28"/>
      <p:bold r:id="rId29"/>
      <p:italic r:id="rId30"/>
      <p:boldItalic r:id="rId31"/>
    </p:embeddedFont>
    <p:embeddedFont>
      <p:font typeface="Work Sans Medium"/>
      <p:regular r:id="rId32"/>
      <p:bold r:id="rId33"/>
      <p:italic r:id="rId34"/>
      <p:boldItalic r:id="rId35"/>
    </p:embeddedFont>
    <p:embeddedFont>
      <p:font typeface="Bahnschrift" panose="020B0502040204020203" charset="0"/>
      <p:regular r:id="rId36"/>
      <p:bold r:id="rId37"/>
    </p:embeddedFont>
    <p:embeddedFont>
      <p:font typeface="Work Sans SemiBold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18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1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8" Type="http://schemas.openxmlformats.org/officeDocument/2006/relationships/font" Target="fonts/font12.fntdata"/><Relationship Id="rId37" Type="http://schemas.openxmlformats.org/officeDocument/2006/relationships/font" Target="fonts/font11.fntdata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4" name="Google Shape;404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0" name="Google Shape;370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2" name="Google Shape;292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3" name="Google Shape;433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8" name="Google Shape;508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1555439" y="6785759"/>
            <a:ext cx="8908666" cy="1199441"/>
            <a:chOff x="0" y="-47625"/>
            <a:chExt cx="2346300" cy="315900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2346156" cy="268181"/>
            </a:xfrm>
            <a:custGeom>
              <a:avLst/>
              <a:gdLst/>
              <a:ahLst/>
              <a:cxnLst/>
              <a:rect l="l" t="t" r="r" b="b"/>
              <a:pathLst>
                <a:path w="2346156" h="268181" extrusionOk="0">
                  <a:moveTo>
                    <a:pt x="86909" y="0"/>
                  </a:moveTo>
                  <a:lnTo>
                    <a:pt x="2259247" y="0"/>
                  </a:lnTo>
                  <a:cubicBezTo>
                    <a:pt x="2307246" y="0"/>
                    <a:pt x="2346156" y="38911"/>
                    <a:pt x="2346156" y="86909"/>
                  </a:cubicBezTo>
                  <a:lnTo>
                    <a:pt x="2346156" y="181272"/>
                  </a:lnTo>
                  <a:cubicBezTo>
                    <a:pt x="2346156" y="204322"/>
                    <a:pt x="2337000" y="226428"/>
                    <a:pt x="2320701" y="242726"/>
                  </a:cubicBezTo>
                  <a:cubicBezTo>
                    <a:pt x="2304403" y="259025"/>
                    <a:pt x="2282297" y="268181"/>
                    <a:pt x="2259247" y="268181"/>
                  </a:cubicBezTo>
                  <a:lnTo>
                    <a:pt x="86909" y="268181"/>
                  </a:lnTo>
                  <a:cubicBezTo>
                    <a:pt x="63859" y="268181"/>
                    <a:pt x="41754" y="259025"/>
                    <a:pt x="25455" y="242726"/>
                  </a:cubicBezTo>
                  <a:cubicBezTo>
                    <a:pt x="9156" y="226428"/>
                    <a:pt x="0" y="204322"/>
                    <a:pt x="0" y="181272"/>
                  </a:cubicBezTo>
                  <a:lnTo>
                    <a:pt x="0" y="86909"/>
                  </a:lnTo>
                  <a:cubicBezTo>
                    <a:pt x="0" y="63859"/>
                    <a:pt x="9156" y="41754"/>
                    <a:pt x="25455" y="25455"/>
                  </a:cubicBezTo>
                  <a:cubicBezTo>
                    <a:pt x="41754" y="9156"/>
                    <a:pt x="63859" y="0"/>
                    <a:pt x="869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3"/>
            <p:cNvSpPr txBox="1"/>
            <p:nvPr/>
          </p:nvSpPr>
          <p:spPr>
            <a:xfrm>
              <a:off x="0" y="-47625"/>
              <a:ext cx="2346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1361288" y="6580019"/>
            <a:ext cx="8930628" cy="1199441"/>
            <a:chOff x="0" y="-47625"/>
            <a:chExt cx="2352084" cy="315900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2352084" cy="268181"/>
            </a:xfrm>
            <a:custGeom>
              <a:avLst/>
              <a:gdLst/>
              <a:ahLst/>
              <a:cxnLst/>
              <a:rect l="l" t="t" r="r" b="b"/>
              <a:pathLst>
                <a:path w="2352084" h="268181" extrusionOk="0">
                  <a:moveTo>
                    <a:pt x="86690" y="0"/>
                  </a:moveTo>
                  <a:lnTo>
                    <a:pt x="2265394" y="0"/>
                  </a:lnTo>
                  <a:cubicBezTo>
                    <a:pt x="2313271" y="0"/>
                    <a:pt x="2352084" y="38812"/>
                    <a:pt x="2352084" y="86690"/>
                  </a:cubicBezTo>
                  <a:lnTo>
                    <a:pt x="2352084" y="181491"/>
                  </a:lnTo>
                  <a:cubicBezTo>
                    <a:pt x="2352084" y="204483"/>
                    <a:pt x="2342950" y="226533"/>
                    <a:pt x="2326693" y="242790"/>
                  </a:cubicBezTo>
                  <a:cubicBezTo>
                    <a:pt x="2310435" y="259048"/>
                    <a:pt x="2288385" y="268181"/>
                    <a:pt x="2265394" y="268181"/>
                  </a:cubicBezTo>
                  <a:lnTo>
                    <a:pt x="86690" y="268181"/>
                  </a:lnTo>
                  <a:cubicBezTo>
                    <a:pt x="63698" y="268181"/>
                    <a:pt x="41648" y="259048"/>
                    <a:pt x="25391" y="242790"/>
                  </a:cubicBezTo>
                  <a:cubicBezTo>
                    <a:pt x="9133" y="226533"/>
                    <a:pt x="0" y="204483"/>
                    <a:pt x="0" y="181491"/>
                  </a:cubicBezTo>
                  <a:lnTo>
                    <a:pt x="0" y="86690"/>
                  </a:lnTo>
                  <a:cubicBezTo>
                    <a:pt x="0" y="63698"/>
                    <a:pt x="9133" y="41648"/>
                    <a:pt x="25391" y="25391"/>
                  </a:cubicBezTo>
                  <a:cubicBezTo>
                    <a:pt x="41648" y="9133"/>
                    <a:pt x="63698" y="0"/>
                    <a:pt x="86690" y="0"/>
                  </a:cubicBezTo>
                  <a:close/>
                </a:path>
              </a:pathLst>
            </a:custGeom>
            <a:solidFill>
              <a:srgbClr val="DAF3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3"/>
            <p:cNvSpPr txBox="1"/>
            <p:nvPr/>
          </p:nvSpPr>
          <p:spPr>
            <a:xfrm>
              <a:off x="0" y="-47625"/>
              <a:ext cx="23520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2" name="Google Shape;22;p3"/>
          <p:cNvGrpSpPr/>
          <p:nvPr/>
        </p:nvGrpSpPr>
        <p:grpSpPr>
          <a:xfrm>
            <a:off x="11809558" y="1162118"/>
            <a:ext cx="5719331" cy="7881225"/>
            <a:chOff x="0" y="-47625"/>
            <a:chExt cx="1506316" cy="2075700"/>
          </a:xfrm>
        </p:grpSpPr>
        <p:sp>
          <p:nvSpPr>
            <p:cNvPr id="23" name="Google Shape;23;p3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0" y="-47625"/>
              <a:ext cx="1506300" cy="207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5" name="Google Shape;25;p3"/>
          <p:cNvSpPr txBox="1"/>
          <p:nvPr>
            <p:ph type="title"/>
          </p:nvPr>
        </p:nvSpPr>
        <p:spPr>
          <a:xfrm>
            <a:off x="1361300" y="1272925"/>
            <a:ext cx="9027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Work Sans"/>
              <a:buNone/>
              <a:defRPr sz="12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3"/>
          <p:cNvSpPr/>
          <p:nvPr>
            <p:ph type="pic" idx="2"/>
          </p:nvPr>
        </p:nvSpPr>
        <p:spPr>
          <a:xfrm>
            <a:off x="11415200" y="982425"/>
            <a:ext cx="5818500" cy="7758000"/>
          </a:xfrm>
          <a:prstGeom prst="roundRect">
            <a:avLst>
              <a:gd name="adj" fmla="val 3922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bg>
      <p:bgPr>
        <a:solidFill>
          <a:srgbClr val="DAF3FD"/>
        </a:solidFill>
        <a:effectLst/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4"/>
          <p:cNvGrpSpPr/>
          <p:nvPr/>
        </p:nvGrpSpPr>
        <p:grpSpPr>
          <a:xfrm>
            <a:off x="1028812" y="819297"/>
            <a:ext cx="16230608" cy="8439370"/>
            <a:chOff x="0" y="-47625"/>
            <a:chExt cx="4274700" cy="2222700"/>
          </a:xfrm>
        </p:grpSpPr>
        <p:sp>
          <p:nvSpPr>
            <p:cNvPr id="29" name="Google Shape;29;p4"/>
            <p:cNvSpPr/>
            <p:nvPr/>
          </p:nvSpPr>
          <p:spPr>
            <a:xfrm>
              <a:off x="0" y="0"/>
              <a:ext cx="4274696" cy="2174993"/>
            </a:xfrm>
            <a:custGeom>
              <a:avLst/>
              <a:gdLst/>
              <a:ahLst/>
              <a:cxnLst/>
              <a:rect l="l" t="t" r="r" b="b"/>
              <a:pathLst>
                <a:path w="4274696" h="2174993" extrusionOk="0">
                  <a:moveTo>
                    <a:pt x="14310" y="0"/>
                  </a:moveTo>
                  <a:lnTo>
                    <a:pt x="4260386" y="0"/>
                  </a:lnTo>
                  <a:cubicBezTo>
                    <a:pt x="4264182" y="0"/>
                    <a:pt x="4267822" y="1508"/>
                    <a:pt x="4270505" y="4191"/>
                  </a:cubicBezTo>
                  <a:cubicBezTo>
                    <a:pt x="4273189" y="6875"/>
                    <a:pt x="4274696" y="10515"/>
                    <a:pt x="4274696" y="14310"/>
                  </a:cubicBezTo>
                  <a:lnTo>
                    <a:pt x="4274696" y="2160683"/>
                  </a:lnTo>
                  <a:cubicBezTo>
                    <a:pt x="4274696" y="2164478"/>
                    <a:pt x="4273189" y="2168118"/>
                    <a:pt x="4270505" y="2170802"/>
                  </a:cubicBezTo>
                  <a:cubicBezTo>
                    <a:pt x="4267822" y="2173485"/>
                    <a:pt x="4264182" y="2174993"/>
                    <a:pt x="4260386" y="2174993"/>
                  </a:cubicBezTo>
                  <a:lnTo>
                    <a:pt x="14310" y="2174993"/>
                  </a:lnTo>
                  <a:cubicBezTo>
                    <a:pt x="10515" y="2174993"/>
                    <a:pt x="6875" y="2173485"/>
                    <a:pt x="4191" y="2170802"/>
                  </a:cubicBezTo>
                  <a:cubicBezTo>
                    <a:pt x="1508" y="2168118"/>
                    <a:pt x="0" y="2164478"/>
                    <a:pt x="0" y="2160683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EF8FA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4"/>
            <p:cNvSpPr txBox="1"/>
            <p:nvPr/>
          </p:nvSpPr>
          <p:spPr>
            <a:xfrm>
              <a:off x="0" y="-47625"/>
              <a:ext cx="4274700" cy="222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1" name="Google Shape;31;p4"/>
          <p:cNvGrpSpPr/>
          <p:nvPr/>
        </p:nvGrpSpPr>
        <p:grpSpPr>
          <a:xfrm>
            <a:off x="2785505" y="4160427"/>
            <a:ext cx="3212413" cy="1199441"/>
            <a:chOff x="0" y="-47625"/>
            <a:chExt cx="846062" cy="315900"/>
          </a:xfrm>
        </p:grpSpPr>
        <p:sp>
          <p:nvSpPr>
            <p:cNvPr id="32" name="Google Shape;32;p4"/>
            <p:cNvSpPr/>
            <p:nvPr/>
          </p:nvSpPr>
          <p:spPr>
            <a:xfrm>
              <a:off x="0" y="0"/>
              <a:ext cx="846062" cy="268181"/>
            </a:xfrm>
            <a:custGeom>
              <a:avLst/>
              <a:gdLst/>
              <a:ahLst/>
              <a:cxnLst/>
              <a:rect l="l" t="t" r="r" b="b"/>
              <a:pathLst>
                <a:path w="846062" h="268181" extrusionOk="0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4"/>
            <p:cNvSpPr txBox="1"/>
            <p:nvPr/>
          </p:nvSpPr>
          <p:spPr>
            <a:xfrm>
              <a:off x="0" y="-47625"/>
              <a:ext cx="8460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7589947" y="4160427"/>
            <a:ext cx="3212413" cy="1199441"/>
            <a:chOff x="0" y="-47625"/>
            <a:chExt cx="846062" cy="315900"/>
          </a:xfrm>
        </p:grpSpPr>
        <p:sp>
          <p:nvSpPr>
            <p:cNvPr id="35" name="Google Shape;35;p4"/>
            <p:cNvSpPr/>
            <p:nvPr/>
          </p:nvSpPr>
          <p:spPr>
            <a:xfrm>
              <a:off x="0" y="0"/>
              <a:ext cx="846062" cy="268181"/>
            </a:xfrm>
            <a:custGeom>
              <a:avLst/>
              <a:gdLst/>
              <a:ahLst/>
              <a:cxnLst/>
              <a:rect l="l" t="t" r="r" b="b"/>
              <a:pathLst>
                <a:path w="846062" h="268181" extrusionOk="0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4"/>
            <p:cNvSpPr txBox="1"/>
            <p:nvPr/>
          </p:nvSpPr>
          <p:spPr>
            <a:xfrm>
              <a:off x="0" y="-47625"/>
              <a:ext cx="8460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7" name="Google Shape;37;p4"/>
          <p:cNvGrpSpPr/>
          <p:nvPr/>
        </p:nvGrpSpPr>
        <p:grpSpPr>
          <a:xfrm>
            <a:off x="5171901" y="6146418"/>
            <a:ext cx="3212413" cy="1199441"/>
            <a:chOff x="0" y="-47625"/>
            <a:chExt cx="846062" cy="315900"/>
          </a:xfrm>
        </p:grpSpPr>
        <p:sp>
          <p:nvSpPr>
            <p:cNvPr id="38" name="Google Shape;38;p4"/>
            <p:cNvSpPr/>
            <p:nvPr/>
          </p:nvSpPr>
          <p:spPr>
            <a:xfrm>
              <a:off x="0" y="0"/>
              <a:ext cx="846062" cy="268181"/>
            </a:xfrm>
            <a:custGeom>
              <a:avLst/>
              <a:gdLst/>
              <a:ahLst/>
              <a:cxnLst/>
              <a:rect l="l" t="t" r="r" b="b"/>
              <a:pathLst>
                <a:path w="846062" h="268181" extrusionOk="0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9;p4"/>
            <p:cNvSpPr txBox="1"/>
            <p:nvPr/>
          </p:nvSpPr>
          <p:spPr>
            <a:xfrm>
              <a:off x="0" y="-47625"/>
              <a:ext cx="8460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0" name="Google Shape;40;p4"/>
          <p:cNvGrpSpPr/>
          <p:nvPr/>
        </p:nvGrpSpPr>
        <p:grpSpPr>
          <a:xfrm>
            <a:off x="2715491" y="3954687"/>
            <a:ext cx="3220527" cy="1199441"/>
            <a:chOff x="0" y="-47625"/>
            <a:chExt cx="848199" cy="315900"/>
          </a:xfrm>
        </p:grpSpPr>
        <p:sp>
          <p:nvSpPr>
            <p:cNvPr id="41" name="Google Shape;41;p4"/>
            <p:cNvSpPr/>
            <p:nvPr/>
          </p:nvSpPr>
          <p:spPr>
            <a:xfrm>
              <a:off x="0" y="0"/>
              <a:ext cx="848199" cy="268181"/>
            </a:xfrm>
            <a:custGeom>
              <a:avLst/>
              <a:gdLst/>
              <a:ahLst/>
              <a:cxnLst/>
              <a:rect l="l" t="t" r="r" b="b"/>
              <a:pathLst>
                <a:path w="848199" h="268181" extrusionOk="0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4"/>
            <p:cNvSpPr txBox="1"/>
            <p:nvPr/>
          </p:nvSpPr>
          <p:spPr>
            <a:xfrm>
              <a:off x="0" y="-47625"/>
              <a:ext cx="8481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7519933" y="3954687"/>
            <a:ext cx="3220527" cy="1199441"/>
            <a:chOff x="0" y="-47625"/>
            <a:chExt cx="848199" cy="315900"/>
          </a:xfrm>
        </p:grpSpPr>
        <p:sp>
          <p:nvSpPr>
            <p:cNvPr id="44" name="Google Shape;44;p4"/>
            <p:cNvSpPr/>
            <p:nvPr/>
          </p:nvSpPr>
          <p:spPr>
            <a:xfrm>
              <a:off x="0" y="0"/>
              <a:ext cx="848199" cy="268181"/>
            </a:xfrm>
            <a:custGeom>
              <a:avLst/>
              <a:gdLst/>
              <a:ahLst/>
              <a:cxnLst/>
              <a:rect l="l" t="t" r="r" b="b"/>
              <a:pathLst>
                <a:path w="848199" h="268181" extrusionOk="0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DAF3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4"/>
            <p:cNvSpPr txBox="1"/>
            <p:nvPr/>
          </p:nvSpPr>
          <p:spPr>
            <a:xfrm>
              <a:off x="0" y="-47625"/>
              <a:ext cx="8481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6" name="Google Shape;46;p4"/>
          <p:cNvGrpSpPr/>
          <p:nvPr/>
        </p:nvGrpSpPr>
        <p:grpSpPr>
          <a:xfrm>
            <a:off x="5101887" y="5940678"/>
            <a:ext cx="3220527" cy="1199441"/>
            <a:chOff x="0" y="-47625"/>
            <a:chExt cx="848199" cy="315900"/>
          </a:xfrm>
        </p:grpSpPr>
        <p:sp>
          <p:nvSpPr>
            <p:cNvPr id="47" name="Google Shape;47;p4"/>
            <p:cNvSpPr/>
            <p:nvPr/>
          </p:nvSpPr>
          <p:spPr>
            <a:xfrm>
              <a:off x="0" y="0"/>
              <a:ext cx="848199" cy="268181"/>
            </a:xfrm>
            <a:custGeom>
              <a:avLst/>
              <a:gdLst/>
              <a:ahLst/>
              <a:cxnLst/>
              <a:rect l="l" t="t" r="r" b="b"/>
              <a:pathLst>
                <a:path w="848199" h="268181" extrusionOk="0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DD7C6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8;p4"/>
            <p:cNvSpPr txBox="1"/>
            <p:nvPr/>
          </p:nvSpPr>
          <p:spPr>
            <a:xfrm>
              <a:off x="0" y="-47625"/>
              <a:ext cx="8481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9" name="Google Shape;49;p4"/>
          <p:cNvGrpSpPr/>
          <p:nvPr/>
        </p:nvGrpSpPr>
        <p:grpSpPr>
          <a:xfrm>
            <a:off x="12022500" y="4160427"/>
            <a:ext cx="3545925" cy="1199441"/>
            <a:chOff x="0" y="-47625"/>
            <a:chExt cx="933900" cy="315900"/>
          </a:xfrm>
        </p:grpSpPr>
        <p:sp>
          <p:nvSpPr>
            <p:cNvPr id="50" name="Google Shape;50;p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4"/>
            <p:cNvSpPr txBox="1"/>
            <p:nvPr/>
          </p:nvSpPr>
          <p:spPr>
            <a:xfrm>
              <a:off x="0" y="-47625"/>
              <a:ext cx="933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2" name="Google Shape;52;p4"/>
          <p:cNvGrpSpPr/>
          <p:nvPr/>
        </p:nvGrpSpPr>
        <p:grpSpPr>
          <a:xfrm>
            <a:off x="9604454" y="6146418"/>
            <a:ext cx="3545925" cy="1199441"/>
            <a:chOff x="0" y="-47625"/>
            <a:chExt cx="933900" cy="315900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p4"/>
            <p:cNvSpPr txBox="1"/>
            <p:nvPr/>
          </p:nvSpPr>
          <p:spPr>
            <a:xfrm>
              <a:off x="0" y="-47625"/>
              <a:ext cx="933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5" name="Google Shape;55;p4"/>
          <p:cNvGrpSpPr/>
          <p:nvPr/>
        </p:nvGrpSpPr>
        <p:grpSpPr>
          <a:xfrm>
            <a:off x="12018021" y="3954687"/>
            <a:ext cx="3555037" cy="1199441"/>
            <a:chOff x="0" y="-47625"/>
            <a:chExt cx="936300" cy="315900"/>
          </a:xfrm>
        </p:grpSpPr>
        <p:sp>
          <p:nvSpPr>
            <p:cNvPr id="56" name="Google Shape;56;p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E3DA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7;p4"/>
            <p:cNvSpPr txBox="1"/>
            <p:nvPr/>
          </p:nvSpPr>
          <p:spPr>
            <a:xfrm>
              <a:off x="0" y="-47625"/>
              <a:ext cx="936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8" name="Google Shape;58;p4"/>
          <p:cNvGrpSpPr/>
          <p:nvPr/>
        </p:nvGrpSpPr>
        <p:grpSpPr>
          <a:xfrm>
            <a:off x="9599975" y="5940678"/>
            <a:ext cx="3555037" cy="1199441"/>
            <a:chOff x="0" y="-47625"/>
            <a:chExt cx="936300" cy="315900"/>
          </a:xfrm>
        </p:grpSpPr>
        <p:sp>
          <p:nvSpPr>
            <p:cNvPr id="59" name="Google Shape;59;p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60;p4"/>
            <p:cNvSpPr txBox="1"/>
            <p:nvPr/>
          </p:nvSpPr>
          <p:spPr>
            <a:xfrm>
              <a:off x="0" y="-47625"/>
              <a:ext cx="936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5"/>
          <p:cNvPicPr preferRelativeResize="0"/>
          <p:nvPr/>
        </p:nvPicPr>
        <p:blipFill rotWithShape="1">
          <a:blip r:embed="rId2"/>
          <a:srcRect l="84323"/>
          <a:stretch>
            <a:fillRect/>
          </a:stretch>
        </p:blipFill>
        <p:spPr>
          <a:xfrm>
            <a:off x="-3" y="0"/>
            <a:ext cx="1596202" cy="101345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5"/>
          <p:cNvGrpSpPr/>
          <p:nvPr/>
        </p:nvGrpSpPr>
        <p:grpSpPr>
          <a:xfrm>
            <a:off x="11809558" y="1162118"/>
            <a:ext cx="5719331" cy="7881225"/>
            <a:chOff x="0" y="-47625"/>
            <a:chExt cx="1506316" cy="2075700"/>
          </a:xfrm>
        </p:grpSpPr>
        <p:sp>
          <p:nvSpPr>
            <p:cNvPr id="64" name="Google Shape;64;p5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5"/>
            <p:cNvSpPr txBox="1"/>
            <p:nvPr/>
          </p:nvSpPr>
          <p:spPr>
            <a:xfrm>
              <a:off x="0" y="-47625"/>
              <a:ext cx="1506300" cy="207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6" name="Google Shape;66;p5"/>
          <p:cNvSpPr/>
          <p:nvPr>
            <p:ph type="pic" idx="2"/>
          </p:nvPr>
        </p:nvSpPr>
        <p:spPr>
          <a:xfrm>
            <a:off x="11415200" y="982425"/>
            <a:ext cx="5818500" cy="7758000"/>
          </a:xfrm>
          <a:prstGeom prst="roundRect">
            <a:avLst>
              <a:gd name="adj" fmla="val 3922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5"/>
          <p:cNvSpPr txBox="1"/>
          <p:nvPr>
            <p:ph type="title"/>
          </p:nvPr>
        </p:nvSpPr>
        <p:spPr>
          <a:xfrm>
            <a:off x="2244625" y="2005007"/>
            <a:ext cx="8229600" cy="18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Work Sans"/>
              <a:buNone/>
              <a:defRPr sz="7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8" name="Google Shape;68;p5"/>
          <p:cNvSpPr txBox="1"/>
          <p:nvPr>
            <p:ph type="body" idx="1"/>
          </p:nvPr>
        </p:nvSpPr>
        <p:spPr>
          <a:xfrm>
            <a:off x="2244625" y="43098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6"/>
          <p:cNvPicPr preferRelativeResize="0"/>
          <p:nvPr/>
        </p:nvPicPr>
        <p:blipFill rotWithShape="1">
          <a:blip r:embed="rId2"/>
          <a:srcRect r="81195"/>
          <a:stretch>
            <a:fillRect/>
          </a:stretch>
        </p:blipFill>
        <p:spPr>
          <a:xfrm>
            <a:off x="16356807" y="-87075"/>
            <a:ext cx="1931201" cy="102216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6"/>
          <p:cNvGrpSpPr/>
          <p:nvPr/>
        </p:nvGrpSpPr>
        <p:grpSpPr>
          <a:xfrm>
            <a:off x="1617633" y="1292730"/>
            <a:ext cx="5719331" cy="7881225"/>
            <a:chOff x="0" y="-47625"/>
            <a:chExt cx="1506316" cy="2075700"/>
          </a:xfrm>
        </p:grpSpPr>
        <p:sp>
          <p:nvSpPr>
            <p:cNvPr id="72" name="Google Shape;72;p6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6"/>
            <p:cNvSpPr txBox="1"/>
            <p:nvPr/>
          </p:nvSpPr>
          <p:spPr>
            <a:xfrm>
              <a:off x="0" y="-47625"/>
              <a:ext cx="1506300" cy="207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74" name="Google Shape;74;p6"/>
          <p:cNvSpPr/>
          <p:nvPr>
            <p:ph type="pic" idx="2"/>
          </p:nvPr>
        </p:nvSpPr>
        <p:spPr>
          <a:xfrm>
            <a:off x="1223275" y="1113038"/>
            <a:ext cx="5818500" cy="7758000"/>
          </a:xfrm>
          <a:prstGeom prst="roundRect">
            <a:avLst>
              <a:gd name="adj" fmla="val 3922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6"/>
          <p:cNvSpPr txBox="1"/>
          <p:nvPr>
            <p:ph type="title"/>
          </p:nvPr>
        </p:nvSpPr>
        <p:spPr>
          <a:xfrm>
            <a:off x="8127200" y="2040157"/>
            <a:ext cx="8229600" cy="18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Work Sans"/>
              <a:buNone/>
              <a:defRPr sz="7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6"/>
          <p:cNvSpPr txBox="1"/>
          <p:nvPr>
            <p:ph type="body" idx="1"/>
          </p:nvPr>
        </p:nvSpPr>
        <p:spPr>
          <a:xfrm>
            <a:off x="8127200" y="4344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7"/>
          <p:cNvPicPr preferRelativeResize="0"/>
          <p:nvPr/>
        </p:nvPicPr>
        <p:blipFill rotWithShape="1">
          <a:blip r:embed="rId2"/>
          <a:srcRect l="8056" t="25343" r="7046" b="489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7"/>
          <p:cNvGrpSpPr/>
          <p:nvPr/>
        </p:nvGrpSpPr>
        <p:grpSpPr>
          <a:xfrm>
            <a:off x="1028812" y="2542622"/>
            <a:ext cx="16230608" cy="4319862"/>
            <a:chOff x="0" y="-47625"/>
            <a:chExt cx="4274700" cy="1137734"/>
          </a:xfrm>
        </p:grpSpPr>
        <p:sp>
          <p:nvSpPr>
            <p:cNvPr id="80" name="Google Shape;80;p7"/>
            <p:cNvSpPr/>
            <p:nvPr/>
          </p:nvSpPr>
          <p:spPr>
            <a:xfrm>
              <a:off x="0" y="0"/>
              <a:ext cx="4274696" cy="1090109"/>
            </a:xfrm>
            <a:custGeom>
              <a:avLst/>
              <a:gdLst/>
              <a:ahLst/>
              <a:cxnLst/>
              <a:rect l="l" t="t" r="r" b="b"/>
              <a:pathLst>
                <a:path w="4274696" h="1090109" extrusionOk="0">
                  <a:moveTo>
                    <a:pt x="14310" y="0"/>
                  </a:moveTo>
                  <a:lnTo>
                    <a:pt x="4260386" y="0"/>
                  </a:lnTo>
                  <a:cubicBezTo>
                    <a:pt x="4264182" y="0"/>
                    <a:pt x="4267822" y="1508"/>
                    <a:pt x="4270505" y="4191"/>
                  </a:cubicBezTo>
                  <a:cubicBezTo>
                    <a:pt x="4273189" y="6875"/>
                    <a:pt x="4274696" y="10515"/>
                    <a:pt x="4274696" y="14310"/>
                  </a:cubicBezTo>
                  <a:lnTo>
                    <a:pt x="4274696" y="1075799"/>
                  </a:lnTo>
                  <a:cubicBezTo>
                    <a:pt x="4274696" y="1079594"/>
                    <a:pt x="4273189" y="1083234"/>
                    <a:pt x="4270505" y="1085918"/>
                  </a:cubicBezTo>
                  <a:cubicBezTo>
                    <a:pt x="4267822" y="1088602"/>
                    <a:pt x="4264182" y="1090109"/>
                    <a:pt x="4260386" y="1090109"/>
                  </a:cubicBezTo>
                  <a:lnTo>
                    <a:pt x="14310" y="1090109"/>
                  </a:lnTo>
                  <a:cubicBezTo>
                    <a:pt x="10515" y="1090109"/>
                    <a:pt x="6875" y="1088602"/>
                    <a:pt x="4191" y="1085918"/>
                  </a:cubicBezTo>
                  <a:cubicBezTo>
                    <a:pt x="1508" y="1083234"/>
                    <a:pt x="0" y="1079594"/>
                    <a:pt x="0" y="1075799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DD7C6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81;p7"/>
            <p:cNvSpPr txBox="1"/>
            <p:nvPr/>
          </p:nvSpPr>
          <p:spPr>
            <a:xfrm>
              <a:off x="0" y="-47625"/>
              <a:ext cx="4274700" cy="113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 rotWithShape="1">
          <a:blip r:embed="rId2"/>
          <a:srcRect l="21123" t="-14263" r="21428" b="29005"/>
          <a:stretch>
            <a:fillRect/>
          </a:stretch>
        </p:blipFill>
        <p:spPr>
          <a:xfrm>
            <a:off x="-1" y="-2065800"/>
            <a:ext cx="18288000" cy="12352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8"/>
          <p:cNvGrpSpPr/>
          <p:nvPr/>
        </p:nvGrpSpPr>
        <p:grpSpPr>
          <a:xfrm>
            <a:off x="1028812" y="2542622"/>
            <a:ext cx="16230608" cy="4319862"/>
            <a:chOff x="0" y="-47625"/>
            <a:chExt cx="4274700" cy="1137734"/>
          </a:xfrm>
        </p:grpSpPr>
        <p:sp>
          <p:nvSpPr>
            <p:cNvPr id="85" name="Google Shape;85;p8"/>
            <p:cNvSpPr/>
            <p:nvPr/>
          </p:nvSpPr>
          <p:spPr>
            <a:xfrm>
              <a:off x="0" y="0"/>
              <a:ext cx="4274696" cy="1090109"/>
            </a:xfrm>
            <a:custGeom>
              <a:avLst/>
              <a:gdLst/>
              <a:ahLst/>
              <a:cxnLst/>
              <a:rect l="l" t="t" r="r" b="b"/>
              <a:pathLst>
                <a:path w="4274696" h="1090109" extrusionOk="0">
                  <a:moveTo>
                    <a:pt x="14310" y="0"/>
                  </a:moveTo>
                  <a:lnTo>
                    <a:pt x="4260386" y="0"/>
                  </a:lnTo>
                  <a:cubicBezTo>
                    <a:pt x="4264182" y="0"/>
                    <a:pt x="4267822" y="1508"/>
                    <a:pt x="4270505" y="4191"/>
                  </a:cubicBezTo>
                  <a:cubicBezTo>
                    <a:pt x="4273189" y="6875"/>
                    <a:pt x="4274696" y="10515"/>
                    <a:pt x="4274696" y="14310"/>
                  </a:cubicBezTo>
                  <a:lnTo>
                    <a:pt x="4274696" y="1075799"/>
                  </a:lnTo>
                  <a:cubicBezTo>
                    <a:pt x="4274696" y="1079594"/>
                    <a:pt x="4273189" y="1083234"/>
                    <a:pt x="4270505" y="1085918"/>
                  </a:cubicBezTo>
                  <a:cubicBezTo>
                    <a:pt x="4267822" y="1088602"/>
                    <a:pt x="4264182" y="1090109"/>
                    <a:pt x="4260386" y="1090109"/>
                  </a:cubicBezTo>
                  <a:lnTo>
                    <a:pt x="14310" y="1090109"/>
                  </a:lnTo>
                  <a:cubicBezTo>
                    <a:pt x="10515" y="1090109"/>
                    <a:pt x="6875" y="1088602"/>
                    <a:pt x="4191" y="1085918"/>
                  </a:cubicBezTo>
                  <a:cubicBezTo>
                    <a:pt x="1508" y="1083234"/>
                    <a:pt x="0" y="1079594"/>
                    <a:pt x="0" y="1075799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8"/>
            <p:cNvSpPr txBox="1"/>
            <p:nvPr/>
          </p:nvSpPr>
          <p:spPr>
            <a:xfrm>
              <a:off x="0" y="-47625"/>
              <a:ext cx="4274700" cy="113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78557"/>
            <a:ext cx="8229600" cy="18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Work Sans"/>
              <a:buNone/>
              <a:defRPr sz="7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3083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hyperlink" Target="https://youtu.be/AS_idjVFl_Q" TargetMode="External"/><Relationship Id="rId2" Type="http://schemas.openxmlformats.org/officeDocument/2006/relationships/hyperlink" Target="https://ommkpn-not-found-404.vercel.app/" TargetMode="Externa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notesSlide" Target="../notesSlides/notesSlide11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12.png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9"/>
          <p:cNvGrpSpPr/>
          <p:nvPr/>
        </p:nvGrpSpPr>
        <p:grpSpPr>
          <a:xfrm>
            <a:off x="1555750" y="7241540"/>
            <a:ext cx="8907780" cy="1387475"/>
            <a:chOff x="0" y="-47625"/>
            <a:chExt cx="2346156" cy="315806"/>
          </a:xfrm>
        </p:grpSpPr>
        <p:sp>
          <p:nvSpPr>
            <p:cNvPr id="92" name="Google Shape;92;p9"/>
            <p:cNvSpPr/>
            <p:nvPr/>
          </p:nvSpPr>
          <p:spPr>
            <a:xfrm>
              <a:off x="0" y="0"/>
              <a:ext cx="2346156" cy="268181"/>
            </a:xfrm>
            <a:custGeom>
              <a:avLst/>
              <a:gdLst/>
              <a:ahLst/>
              <a:cxnLst/>
              <a:rect l="l" t="t" r="r" b="b"/>
              <a:pathLst>
                <a:path w="2346156" h="268181" extrusionOk="0">
                  <a:moveTo>
                    <a:pt x="86909" y="0"/>
                  </a:moveTo>
                  <a:lnTo>
                    <a:pt x="2259247" y="0"/>
                  </a:lnTo>
                  <a:cubicBezTo>
                    <a:pt x="2307246" y="0"/>
                    <a:pt x="2346156" y="38911"/>
                    <a:pt x="2346156" y="86909"/>
                  </a:cubicBezTo>
                  <a:lnTo>
                    <a:pt x="2346156" y="181272"/>
                  </a:lnTo>
                  <a:cubicBezTo>
                    <a:pt x="2346156" y="204322"/>
                    <a:pt x="2337000" y="226428"/>
                    <a:pt x="2320701" y="242726"/>
                  </a:cubicBezTo>
                  <a:cubicBezTo>
                    <a:pt x="2304403" y="259025"/>
                    <a:pt x="2282297" y="268181"/>
                    <a:pt x="2259247" y="268181"/>
                  </a:cubicBezTo>
                  <a:lnTo>
                    <a:pt x="86909" y="268181"/>
                  </a:lnTo>
                  <a:cubicBezTo>
                    <a:pt x="63859" y="268181"/>
                    <a:pt x="41754" y="259025"/>
                    <a:pt x="25455" y="242726"/>
                  </a:cubicBezTo>
                  <a:cubicBezTo>
                    <a:pt x="9156" y="226428"/>
                    <a:pt x="0" y="204322"/>
                    <a:pt x="0" y="181272"/>
                  </a:cubicBezTo>
                  <a:lnTo>
                    <a:pt x="0" y="86909"/>
                  </a:lnTo>
                  <a:cubicBezTo>
                    <a:pt x="0" y="63859"/>
                    <a:pt x="9156" y="41754"/>
                    <a:pt x="25455" y="25455"/>
                  </a:cubicBezTo>
                  <a:cubicBezTo>
                    <a:pt x="41754" y="9156"/>
                    <a:pt x="63859" y="0"/>
                    <a:pt x="869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93;p9"/>
            <p:cNvSpPr txBox="1"/>
            <p:nvPr/>
          </p:nvSpPr>
          <p:spPr>
            <a:xfrm>
              <a:off x="0" y="-47625"/>
              <a:ext cx="2346156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4" name="Google Shape;94;p9"/>
          <p:cNvGrpSpPr/>
          <p:nvPr/>
        </p:nvGrpSpPr>
        <p:grpSpPr>
          <a:xfrm>
            <a:off x="1361440" y="6848475"/>
            <a:ext cx="8930640" cy="1563370"/>
            <a:chOff x="0" y="-47625"/>
            <a:chExt cx="2352084" cy="315806"/>
          </a:xfrm>
        </p:grpSpPr>
        <p:sp>
          <p:nvSpPr>
            <p:cNvPr id="95" name="Google Shape;95;p9"/>
            <p:cNvSpPr/>
            <p:nvPr/>
          </p:nvSpPr>
          <p:spPr>
            <a:xfrm>
              <a:off x="0" y="0"/>
              <a:ext cx="2352084" cy="268181"/>
            </a:xfrm>
            <a:custGeom>
              <a:avLst/>
              <a:gdLst/>
              <a:ahLst/>
              <a:cxnLst/>
              <a:rect l="l" t="t" r="r" b="b"/>
              <a:pathLst>
                <a:path w="2352084" h="268181" extrusionOk="0">
                  <a:moveTo>
                    <a:pt x="86690" y="0"/>
                  </a:moveTo>
                  <a:lnTo>
                    <a:pt x="2265394" y="0"/>
                  </a:lnTo>
                  <a:cubicBezTo>
                    <a:pt x="2313271" y="0"/>
                    <a:pt x="2352084" y="38812"/>
                    <a:pt x="2352084" y="86690"/>
                  </a:cubicBezTo>
                  <a:lnTo>
                    <a:pt x="2352084" y="181491"/>
                  </a:lnTo>
                  <a:cubicBezTo>
                    <a:pt x="2352084" y="204483"/>
                    <a:pt x="2342950" y="226533"/>
                    <a:pt x="2326693" y="242790"/>
                  </a:cubicBezTo>
                  <a:cubicBezTo>
                    <a:pt x="2310435" y="259048"/>
                    <a:pt x="2288385" y="268181"/>
                    <a:pt x="2265394" y="268181"/>
                  </a:cubicBezTo>
                  <a:lnTo>
                    <a:pt x="86690" y="268181"/>
                  </a:lnTo>
                  <a:cubicBezTo>
                    <a:pt x="63698" y="268181"/>
                    <a:pt x="41648" y="259048"/>
                    <a:pt x="25391" y="242790"/>
                  </a:cubicBezTo>
                  <a:cubicBezTo>
                    <a:pt x="9133" y="226533"/>
                    <a:pt x="0" y="204483"/>
                    <a:pt x="0" y="181491"/>
                  </a:cubicBezTo>
                  <a:lnTo>
                    <a:pt x="0" y="86690"/>
                  </a:lnTo>
                  <a:cubicBezTo>
                    <a:pt x="0" y="63698"/>
                    <a:pt x="9133" y="41648"/>
                    <a:pt x="25391" y="25391"/>
                  </a:cubicBezTo>
                  <a:cubicBezTo>
                    <a:pt x="41648" y="9133"/>
                    <a:pt x="63698" y="0"/>
                    <a:pt x="86690" y="0"/>
                  </a:cubicBezTo>
                  <a:close/>
                </a:path>
              </a:pathLst>
            </a:custGeom>
            <a:solidFill>
              <a:srgbClr val="DAF3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96;p9"/>
            <p:cNvSpPr txBox="1"/>
            <p:nvPr/>
          </p:nvSpPr>
          <p:spPr>
            <a:xfrm>
              <a:off x="0" y="-47625"/>
              <a:ext cx="2352084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9" name="Google Shape;99;p9"/>
          <p:cNvSpPr/>
          <p:nvPr/>
        </p:nvSpPr>
        <p:spPr>
          <a:xfrm>
            <a:off x="1271270" y="2157730"/>
            <a:ext cx="499110" cy="499110"/>
          </a:xfrm>
          <a:custGeom>
            <a:avLst/>
            <a:gdLst/>
            <a:ahLst/>
            <a:cxnLst/>
            <a:rect l="l" t="t" r="r" b="b"/>
            <a:pathLst>
              <a:path w="665800" h="665800" extrusionOk="0">
                <a:moveTo>
                  <a:pt x="0" y="0"/>
                </a:moveTo>
                <a:lnTo>
                  <a:pt x="665800" y="0"/>
                </a:lnTo>
                <a:lnTo>
                  <a:pt x="665800" y="665800"/>
                </a:lnTo>
                <a:lnTo>
                  <a:pt x="0" y="665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100" name="Google Shape;100;p9"/>
          <p:cNvGrpSpPr/>
          <p:nvPr/>
        </p:nvGrpSpPr>
        <p:grpSpPr>
          <a:xfrm>
            <a:off x="11809558" y="1162119"/>
            <a:ext cx="5719293" cy="7880641"/>
            <a:chOff x="0" y="-47625"/>
            <a:chExt cx="1506316" cy="2075560"/>
          </a:xfrm>
        </p:grpSpPr>
        <p:sp>
          <p:nvSpPr>
            <p:cNvPr id="101" name="Google Shape;101;p9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9"/>
            <p:cNvSpPr txBox="1"/>
            <p:nvPr/>
          </p:nvSpPr>
          <p:spPr>
            <a:xfrm>
              <a:off x="0" y="-47625"/>
              <a:ext cx="1506316" cy="2075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3" name="Google Shape;103;p9"/>
          <p:cNvSpPr txBox="1"/>
          <p:nvPr/>
        </p:nvSpPr>
        <p:spPr>
          <a:xfrm>
            <a:off x="1361302" y="2795450"/>
            <a:ext cx="9178800" cy="339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Gemini CLI</a:t>
            </a:r>
            <a:endParaRPr lang="en-US" sz="111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Concrete</a:t>
            </a:r>
            <a:endParaRPr lang="en-US" sz="80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Architecture</a:t>
            </a:r>
            <a:endParaRPr lang="en-US" sz="80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                                       Group 3</a:t>
            </a:r>
            <a:endParaRPr lang="en-US" sz="4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1770380" y="7178040"/>
            <a:ext cx="9020810" cy="16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Bahnschrift" panose="020B0502040204020203" charset="0"/>
                <a:ea typeface="Work Sans"/>
                <a:cs typeface="Bahnschrift" panose="020B0502040204020203" charset="0"/>
                <a:sym typeface="Work Sans"/>
              </a:rPr>
              <a:t>Website: </a:t>
            </a:r>
            <a:r>
              <a:rPr lang="en-US" sz="2500" b="0" i="0" u="none" strike="noStrike" cap="none">
                <a:solidFill>
                  <a:schemeClr val="tx1"/>
                </a:solidFill>
                <a:latin typeface="Bahnschrift" panose="020B0502040204020203" charset="0"/>
                <a:ea typeface="Work Sans"/>
                <a:cs typeface="Bahnschrift" panose="020B0502040204020203" charset="0"/>
                <a:sym typeface="Work Sans"/>
                <a:hlinkClick r:id="rId2" action="ppaction://hlinkfile"/>
              </a:rPr>
              <a:t>CISC 322 group 3 website</a:t>
            </a:r>
            <a:endParaRPr lang="en-US" altLang="zh-CN" sz="2500" b="0" i="0" u="none" strike="noStrike" cap="none">
              <a:solidFill>
                <a:schemeClr val="tx1"/>
              </a:solidFill>
              <a:latin typeface="Bahnschrift" panose="020B0502040204020203" charset="0"/>
              <a:ea typeface="Work Sans"/>
              <a:cs typeface="Bahnschrift" panose="020B0502040204020203" charset="0"/>
              <a:sym typeface="Work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Bahnschrift" panose="020B0502040204020203" charset="0"/>
                <a:ea typeface="Work Sans"/>
                <a:cs typeface="Bahnschrift" panose="020B0502040204020203" charset="0"/>
                <a:sym typeface="Work Sans"/>
              </a:rPr>
              <a:t>Video: </a:t>
            </a:r>
            <a:r>
              <a:rPr lang="en-US" sz="2500" b="0" i="0" u="none" strike="noStrike" cap="none">
                <a:solidFill>
                  <a:srgbClr val="1C1C1C"/>
                </a:solidFill>
                <a:latin typeface="Bahnschrift" panose="020B0502040204020203" charset="0"/>
                <a:ea typeface="Work Sans"/>
                <a:cs typeface="Bahnschrift" panose="020B0502040204020203" charset="0"/>
                <a:sym typeface="Work Sans"/>
                <a:hlinkClick r:id="rId3" tooltip="" action="ppaction://hlinkfile"/>
              </a:rPr>
              <a:t>A2 Video Presentation</a:t>
            </a:r>
            <a:endParaRPr lang="en-US" sz="2500" b="0" i="0" u="none" strike="noStrike" cap="none">
              <a:solidFill>
                <a:srgbClr val="1C1C1C"/>
              </a:solidFill>
              <a:latin typeface="Bahnschrift" panose="020B0502040204020203" charset="0"/>
              <a:ea typeface="Work Sans"/>
              <a:cs typeface="Bahnschrift" panose="020B0502040204020203" charset="0"/>
              <a:sym typeface="Work Sans"/>
            </a:endParaRPr>
          </a:p>
        </p:txBody>
      </p:sp>
      <p:pic>
        <p:nvPicPr>
          <p:cNvPr id="105" name="Google Shape;105;p9" descr="E:/Desktop/CISC 322/project/gemini_logo.pnggemini_logo"/>
          <p:cNvPicPr preferRelativeResize="0"/>
          <p:nvPr/>
        </p:nvPicPr>
        <p:blipFill rotWithShape="1">
          <a:blip r:embed="rId4"/>
          <a:srcRect l="19535" r="19535"/>
          <a:stretch>
            <a:fillRect/>
          </a:stretch>
        </p:blipFill>
        <p:spPr>
          <a:xfrm>
            <a:off x="11343265" y="1162340"/>
            <a:ext cx="5719500" cy="7588200"/>
          </a:xfrm>
          <a:prstGeom prst="roundRect">
            <a:avLst>
              <a:gd name="adj" fmla="val 4302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2"/>
          <p:cNvGrpSpPr/>
          <p:nvPr/>
        </p:nvGrpSpPr>
        <p:grpSpPr>
          <a:xfrm>
            <a:off x="1342165" y="1162119"/>
            <a:ext cx="5719293" cy="7880641"/>
            <a:chOff x="0" y="-47625"/>
            <a:chExt cx="1506316" cy="2075560"/>
          </a:xfrm>
        </p:grpSpPr>
        <p:sp>
          <p:nvSpPr>
            <p:cNvPr id="165" name="Google Shape;165;p12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166;p12"/>
            <p:cNvSpPr txBox="1"/>
            <p:nvPr/>
          </p:nvSpPr>
          <p:spPr>
            <a:xfrm>
              <a:off x="0" y="-47625"/>
              <a:ext cx="1506316" cy="2075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67" name="Google Shape;167;p12"/>
          <p:cNvSpPr txBox="1"/>
          <p:nvPr/>
        </p:nvSpPr>
        <p:spPr>
          <a:xfrm>
            <a:off x="8100153" y="1161885"/>
            <a:ext cx="8832600" cy="1070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Who did what?</a:t>
            </a:r>
            <a:endParaRPr lang="en-US" sz="80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8166196" y="2736250"/>
            <a:ext cx="7343100" cy="550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Ming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(</a:t>
            </a: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group leader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): overall planning and coordination, Understand dependency diagram, graphs making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Enrong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(presenter): reflection analysis and concrete subsystem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Michael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(presenter): concurrency, AI report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Omar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: external interfaces, usecases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Nandun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: subsystem architecture recovery and reflection analysis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Kosi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: derivation process, intro, conclusion, abstract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pic>
        <p:nvPicPr>
          <p:cNvPr id="169" name="Google Shape;169;p12"/>
          <p:cNvPicPr preferRelativeResize="0"/>
          <p:nvPr/>
        </p:nvPicPr>
        <p:blipFill rotWithShape="1">
          <a:blip r:embed="rId1"/>
          <a:srcRect l="2687" t="2176" r="2687" b="3198"/>
          <a:stretch>
            <a:fillRect/>
          </a:stretch>
        </p:blipFill>
        <p:spPr>
          <a:xfrm>
            <a:off x="933037" y="1047332"/>
            <a:ext cx="5719200" cy="7588200"/>
          </a:xfrm>
          <a:prstGeom prst="roundRect">
            <a:avLst>
              <a:gd name="adj" fmla="val 3116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0" name="Google Shape;170;p12"/>
          <p:cNvPicPr preferRelativeResize="0"/>
          <p:nvPr/>
        </p:nvPicPr>
        <p:blipFill rotWithShape="1">
          <a:blip r:embed="rId2"/>
          <a:srcRect r="81195"/>
          <a:stretch>
            <a:fillRect/>
          </a:stretch>
        </p:blipFill>
        <p:spPr>
          <a:xfrm>
            <a:off x="16356807" y="-87075"/>
            <a:ext cx="1931201" cy="1022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3FD"/>
        </a:solidFill>
        <a:effectLst/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0"/>
          <p:cNvGrpSpPr/>
          <p:nvPr/>
        </p:nvGrpSpPr>
        <p:grpSpPr>
          <a:xfrm>
            <a:off x="1028812" y="819298"/>
            <a:ext cx="16230488" cy="8439002"/>
            <a:chOff x="0" y="-47625"/>
            <a:chExt cx="4274697" cy="2222618"/>
          </a:xfrm>
        </p:grpSpPr>
        <p:sp>
          <p:nvSpPr>
            <p:cNvPr id="111" name="Google Shape;111;p10"/>
            <p:cNvSpPr/>
            <p:nvPr/>
          </p:nvSpPr>
          <p:spPr>
            <a:xfrm>
              <a:off x="0" y="0"/>
              <a:ext cx="4274696" cy="2174993"/>
            </a:xfrm>
            <a:custGeom>
              <a:avLst/>
              <a:gdLst/>
              <a:ahLst/>
              <a:cxnLst/>
              <a:rect l="l" t="t" r="r" b="b"/>
              <a:pathLst>
                <a:path w="4274696" h="2174993" extrusionOk="0">
                  <a:moveTo>
                    <a:pt x="14310" y="0"/>
                  </a:moveTo>
                  <a:lnTo>
                    <a:pt x="4260386" y="0"/>
                  </a:lnTo>
                  <a:cubicBezTo>
                    <a:pt x="4264182" y="0"/>
                    <a:pt x="4267822" y="1508"/>
                    <a:pt x="4270505" y="4191"/>
                  </a:cubicBezTo>
                  <a:cubicBezTo>
                    <a:pt x="4273189" y="6875"/>
                    <a:pt x="4274696" y="10515"/>
                    <a:pt x="4274696" y="14310"/>
                  </a:cubicBezTo>
                  <a:lnTo>
                    <a:pt x="4274696" y="2160683"/>
                  </a:lnTo>
                  <a:cubicBezTo>
                    <a:pt x="4274696" y="2164478"/>
                    <a:pt x="4273189" y="2168118"/>
                    <a:pt x="4270505" y="2170802"/>
                  </a:cubicBezTo>
                  <a:cubicBezTo>
                    <a:pt x="4267822" y="2173485"/>
                    <a:pt x="4264182" y="2174993"/>
                    <a:pt x="4260386" y="2174993"/>
                  </a:cubicBezTo>
                  <a:lnTo>
                    <a:pt x="14310" y="2174993"/>
                  </a:lnTo>
                  <a:cubicBezTo>
                    <a:pt x="10515" y="2174993"/>
                    <a:pt x="6875" y="2173485"/>
                    <a:pt x="4191" y="2170802"/>
                  </a:cubicBezTo>
                  <a:cubicBezTo>
                    <a:pt x="1508" y="2168118"/>
                    <a:pt x="0" y="2164478"/>
                    <a:pt x="0" y="2160683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EF8FA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10"/>
            <p:cNvSpPr txBox="1"/>
            <p:nvPr/>
          </p:nvSpPr>
          <p:spPr>
            <a:xfrm>
              <a:off x="0" y="-47625"/>
              <a:ext cx="4274697" cy="22226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3" name="Google Shape;113;p10"/>
          <p:cNvSpPr txBox="1"/>
          <p:nvPr/>
        </p:nvSpPr>
        <p:spPr>
          <a:xfrm>
            <a:off x="2177773" y="1719350"/>
            <a:ext cx="13799100" cy="13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Report Overview</a:t>
            </a:r>
            <a:endParaRPr lang="en-US" sz="100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pSp>
        <p:nvGrpSpPr>
          <p:cNvPr id="114" name="Google Shape;114;p10"/>
          <p:cNvGrpSpPr/>
          <p:nvPr/>
        </p:nvGrpSpPr>
        <p:grpSpPr>
          <a:xfrm>
            <a:off x="7829310" y="3371123"/>
            <a:ext cx="3212391" cy="1199077"/>
            <a:chOff x="0" y="-47625"/>
            <a:chExt cx="846062" cy="315806"/>
          </a:xfrm>
        </p:grpSpPr>
        <p:sp>
          <p:nvSpPr>
            <p:cNvPr id="115" name="Google Shape;115;p10"/>
            <p:cNvSpPr/>
            <p:nvPr/>
          </p:nvSpPr>
          <p:spPr>
            <a:xfrm>
              <a:off x="0" y="0"/>
              <a:ext cx="846062" cy="268181"/>
            </a:xfrm>
            <a:custGeom>
              <a:avLst/>
              <a:gdLst/>
              <a:ahLst/>
              <a:cxnLst/>
              <a:rect l="l" t="t" r="r" b="b"/>
              <a:pathLst>
                <a:path w="846062" h="268181" extrusionOk="0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10"/>
            <p:cNvSpPr txBox="1"/>
            <p:nvPr/>
          </p:nvSpPr>
          <p:spPr>
            <a:xfrm>
              <a:off x="0" y="-47625"/>
              <a:ext cx="84606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17" name="Google Shape;117;p10"/>
          <p:cNvGrpSpPr/>
          <p:nvPr/>
        </p:nvGrpSpPr>
        <p:grpSpPr>
          <a:xfrm>
            <a:off x="12203857" y="3418748"/>
            <a:ext cx="3212391" cy="1199077"/>
            <a:chOff x="0" y="-47625"/>
            <a:chExt cx="846062" cy="315806"/>
          </a:xfrm>
        </p:grpSpPr>
        <p:sp>
          <p:nvSpPr>
            <p:cNvPr id="118" name="Google Shape;118;p10"/>
            <p:cNvSpPr/>
            <p:nvPr/>
          </p:nvSpPr>
          <p:spPr>
            <a:xfrm>
              <a:off x="0" y="0"/>
              <a:ext cx="846062" cy="268181"/>
            </a:xfrm>
            <a:custGeom>
              <a:avLst/>
              <a:gdLst/>
              <a:ahLst/>
              <a:cxnLst/>
              <a:rect l="l" t="t" r="r" b="b"/>
              <a:pathLst>
                <a:path w="846062" h="268181" extrusionOk="0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10"/>
            <p:cNvSpPr txBox="1"/>
            <p:nvPr/>
          </p:nvSpPr>
          <p:spPr>
            <a:xfrm>
              <a:off x="0" y="-47625"/>
              <a:ext cx="84606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0" name="Google Shape;120;p10"/>
          <p:cNvGrpSpPr/>
          <p:nvPr/>
        </p:nvGrpSpPr>
        <p:grpSpPr>
          <a:xfrm>
            <a:off x="2781126" y="5254244"/>
            <a:ext cx="3212391" cy="1199077"/>
            <a:chOff x="0" y="-47625"/>
            <a:chExt cx="846062" cy="315806"/>
          </a:xfrm>
        </p:grpSpPr>
        <p:sp>
          <p:nvSpPr>
            <p:cNvPr id="121" name="Google Shape;121;p10"/>
            <p:cNvSpPr/>
            <p:nvPr/>
          </p:nvSpPr>
          <p:spPr>
            <a:xfrm>
              <a:off x="0" y="0"/>
              <a:ext cx="846062" cy="268181"/>
            </a:xfrm>
            <a:custGeom>
              <a:avLst/>
              <a:gdLst/>
              <a:ahLst/>
              <a:cxnLst/>
              <a:rect l="l" t="t" r="r" b="b"/>
              <a:pathLst>
                <a:path w="846062" h="268181" extrusionOk="0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10"/>
            <p:cNvSpPr txBox="1"/>
            <p:nvPr/>
          </p:nvSpPr>
          <p:spPr>
            <a:xfrm>
              <a:off x="0" y="-47625"/>
              <a:ext cx="84606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3" name="Google Shape;123;p10"/>
          <p:cNvGrpSpPr/>
          <p:nvPr/>
        </p:nvGrpSpPr>
        <p:grpSpPr>
          <a:xfrm>
            <a:off x="7670396" y="3213008"/>
            <a:ext cx="3220507" cy="1199077"/>
            <a:chOff x="0" y="-47625"/>
            <a:chExt cx="848199" cy="315806"/>
          </a:xfrm>
        </p:grpSpPr>
        <p:sp>
          <p:nvSpPr>
            <p:cNvPr id="124" name="Google Shape;124;p10"/>
            <p:cNvSpPr/>
            <p:nvPr/>
          </p:nvSpPr>
          <p:spPr>
            <a:xfrm>
              <a:off x="0" y="0"/>
              <a:ext cx="848199" cy="268181"/>
            </a:xfrm>
            <a:custGeom>
              <a:avLst/>
              <a:gdLst/>
              <a:ahLst/>
              <a:cxnLst/>
              <a:rect l="l" t="t" r="r" b="b"/>
              <a:pathLst>
                <a:path w="848199" h="268181" extrusionOk="0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125;p10"/>
            <p:cNvSpPr txBox="1"/>
            <p:nvPr/>
          </p:nvSpPr>
          <p:spPr>
            <a:xfrm>
              <a:off x="0" y="-47625"/>
              <a:ext cx="8481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6" name="Google Shape;126;p10"/>
          <p:cNvGrpSpPr/>
          <p:nvPr/>
        </p:nvGrpSpPr>
        <p:grpSpPr>
          <a:xfrm>
            <a:off x="12133843" y="3213008"/>
            <a:ext cx="3220507" cy="1199077"/>
            <a:chOff x="0" y="-47625"/>
            <a:chExt cx="848199" cy="315806"/>
          </a:xfrm>
        </p:grpSpPr>
        <p:sp>
          <p:nvSpPr>
            <p:cNvPr id="127" name="Google Shape;127;p10"/>
            <p:cNvSpPr/>
            <p:nvPr/>
          </p:nvSpPr>
          <p:spPr>
            <a:xfrm>
              <a:off x="0" y="0"/>
              <a:ext cx="848199" cy="268181"/>
            </a:xfrm>
            <a:custGeom>
              <a:avLst/>
              <a:gdLst/>
              <a:ahLst/>
              <a:cxnLst/>
              <a:rect l="l" t="t" r="r" b="b"/>
              <a:pathLst>
                <a:path w="848199" h="268181" extrusionOk="0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DAF3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128;p10"/>
            <p:cNvSpPr txBox="1"/>
            <p:nvPr/>
          </p:nvSpPr>
          <p:spPr>
            <a:xfrm>
              <a:off x="0" y="-47625"/>
              <a:ext cx="8481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9" name="Google Shape;129;p10"/>
          <p:cNvGrpSpPr/>
          <p:nvPr/>
        </p:nvGrpSpPr>
        <p:grpSpPr>
          <a:xfrm>
            <a:off x="2711112" y="5048504"/>
            <a:ext cx="3220507" cy="1199077"/>
            <a:chOff x="0" y="-47625"/>
            <a:chExt cx="848199" cy="315806"/>
          </a:xfrm>
        </p:grpSpPr>
        <p:sp>
          <p:nvSpPr>
            <p:cNvPr id="130" name="Google Shape;130;p10"/>
            <p:cNvSpPr/>
            <p:nvPr/>
          </p:nvSpPr>
          <p:spPr>
            <a:xfrm>
              <a:off x="0" y="0"/>
              <a:ext cx="848199" cy="268181"/>
            </a:xfrm>
            <a:custGeom>
              <a:avLst/>
              <a:gdLst/>
              <a:ahLst/>
              <a:cxnLst/>
              <a:rect l="l" t="t" r="r" b="b"/>
              <a:pathLst>
                <a:path w="848199" h="268181" extrusionOk="0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DD7C6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131;p10"/>
            <p:cNvSpPr txBox="1"/>
            <p:nvPr/>
          </p:nvSpPr>
          <p:spPr>
            <a:xfrm>
              <a:off x="0" y="-47625"/>
              <a:ext cx="8481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2" name="Google Shape;132;p10"/>
          <p:cNvSpPr txBox="1"/>
          <p:nvPr/>
        </p:nvSpPr>
        <p:spPr>
          <a:xfrm>
            <a:off x="7594755" y="3551925"/>
            <a:ext cx="3545700" cy="66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Changes on Conceptual Arch</a:t>
            </a:r>
            <a:endParaRPr lang="en-US" sz="1100"/>
          </a:p>
        </p:txBody>
      </p:sp>
      <p:sp>
        <p:nvSpPr>
          <p:cNvPr id="133" name="Google Shape;133;p10"/>
          <p:cNvSpPr txBox="1"/>
          <p:nvPr/>
        </p:nvSpPr>
        <p:spPr>
          <a:xfrm>
            <a:off x="12193094" y="3762745"/>
            <a:ext cx="30981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Concrete Arch</a:t>
            </a:r>
            <a:endParaRPr sz="1100"/>
          </a:p>
        </p:txBody>
      </p:sp>
      <p:sp>
        <p:nvSpPr>
          <p:cNvPr id="134" name="Google Shape;134;p10"/>
          <p:cNvSpPr txBox="1"/>
          <p:nvPr/>
        </p:nvSpPr>
        <p:spPr>
          <a:xfrm>
            <a:off x="2523107" y="5598250"/>
            <a:ext cx="35964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Reflexion Analysis</a:t>
            </a:r>
            <a:endParaRPr sz="1100"/>
          </a:p>
        </p:txBody>
      </p:sp>
      <p:grpSp>
        <p:nvGrpSpPr>
          <p:cNvPr id="135" name="Google Shape;135;p10"/>
          <p:cNvGrpSpPr/>
          <p:nvPr/>
        </p:nvGrpSpPr>
        <p:grpSpPr>
          <a:xfrm>
            <a:off x="3317285" y="3327943"/>
            <a:ext cx="3545642" cy="1199077"/>
            <a:chOff x="0" y="-47625"/>
            <a:chExt cx="933832" cy="315806"/>
          </a:xfrm>
        </p:grpSpPr>
        <p:sp>
          <p:nvSpPr>
            <p:cNvPr id="136" name="Google Shape;136;p10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137;p10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8" name="Google Shape;138;p10"/>
          <p:cNvGrpSpPr/>
          <p:nvPr/>
        </p:nvGrpSpPr>
        <p:grpSpPr>
          <a:xfrm>
            <a:off x="11148774" y="5199634"/>
            <a:ext cx="3545642" cy="1199077"/>
            <a:chOff x="0" y="-47625"/>
            <a:chExt cx="933832" cy="315806"/>
          </a:xfrm>
        </p:grpSpPr>
        <p:sp>
          <p:nvSpPr>
            <p:cNvPr id="139" name="Google Shape;139;p10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140;p10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1" name="Google Shape;141;p10"/>
          <p:cNvGrpSpPr/>
          <p:nvPr/>
        </p:nvGrpSpPr>
        <p:grpSpPr>
          <a:xfrm>
            <a:off x="3312806" y="3122203"/>
            <a:ext cx="3554600" cy="1199077"/>
            <a:chOff x="0" y="-47625"/>
            <a:chExt cx="936191" cy="315806"/>
          </a:xfrm>
        </p:grpSpPr>
        <p:sp>
          <p:nvSpPr>
            <p:cNvPr id="142" name="Google Shape;142;p10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E3DA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143;p10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4" name="Google Shape;144;p10"/>
          <p:cNvGrpSpPr/>
          <p:nvPr/>
        </p:nvGrpSpPr>
        <p:grpSpPr>
          <a:xfrm>
            <a:off x="11144295" y="4993894"/>
            <a:ext cx="3554600" cy="1199077"/>
            <a:chOff x="0" y="-47625"/>
            <a:chExt cx="936191" cy="315806"/>
          </a:xfrm>
        </p:grpSpPr>
        <p:sp>
          <p:nvSpPr>
            <p:cNvPr id="145" name="Google Shape;145;p10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146;p10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47" name="Google Shape;147;p10"/>
          <p:cNvSpPr txBox="1"/>
          <p:nvPr/>
        </p:nvSpPr>
        <p:spPr>
          <a:xfrm>
            <a:off x="3317234" y="3671940"/>
            <a:ext cx="35457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Derivation Process</a:t>
            </a:r>
            <a:endParaRPr sz="1100"/>
          </a:p>
        </p:txBody>
      </p:sp>
      <p:sp>
        <p:nvSpPr>
          <p:cNvPr id="148" name="Google Shape;148;p10"/>
          <p:cNvSpPr txBox="1"/>
          <p:nvPr/>
        </p:nvSpPr>
        <p:spPr>
          <a:xfrm>
            <a:off x="11311320" y="5380445"/>
            <a:ext cx="3220500" cy="66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Use Case &amp; Sequence Diagram</a:t>
            </a:r>
            <a:endParaRPr sz="1100"/>
          </a:p>
        </p:txBody>
      </p:sp>
      <p:grpSp>
        <p:nvGrpSpPr>
          <p:cNvPr id="22" name="Google Shape;120;p10"/>
          <p:cNvGrpSpPr/>
          <p:nvPr/>
        </p:nvGrpSpPr>
        <p:grpSpPr>
          <a:xfrm>
            <a:off x="6550025" y="5253990"/>
            <a:ext cx="3557270" cy="1198880"/>
            <a:chOff x="0" y="-47625"/>
            <a:chExt cx="846062" cy="315806"/>
          </a:xfrm>
        </p:grpSpPr>
        <p:sp>
          <p:nvSpPr>
            <p:cNvPr id="2" name="Google Shape;121;p10"/>
            <p:cNvSpPr/>
            <p:nvPr/>
          </p:nvSpPr>
          <p:spPr>
            <a:xfrm>
              <a:off x="0" y="0"/>
              <a:ext cx="846062" cy="268181"/>
            </a:xfrm>
            <a:custGeom>
              <a:avLst/>
              <a:gdLst/>
              <a:ahLst/>
              <a:cxnLst/>
              <a:rect l="l" t="t" r="r" b="b"/>
              <a:pathLst>
                <a:path w="846062" h="268181" extrusionOk="0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" name="Google Shape;122;p10"/>
            <p:cNvSpPr txBox="1"/>
            <p:nvPr/>
          </p:nvSpPr>
          <p:spPr>
            <a:xfrm>
              <a:off x="0" y="-47625"/>
              <a:ext cx="84606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" name="Google Shape;129;p10"/>
          <p:cNvGrpSpPr/>
          <p:nvPr/>
        </p:nvGrpSpPr>
        <p:grpSpPr>
          <a:xfrm>
            <a:off x="6479540" y="5048250"/>
            <a:ext cx="3542030" cy="1198880"/>
            <a:chOff x="0" y="-47625"/>
            <a:chExt cx="848199" cy="315806"/>
          </a:xfrm>
        </p:grpSpPr>
        <p:sp>
          <p:nvSpPr>
            <p:cNvPr id="5" name="Google Shape;130;p10"/>
            <p:cNvSpPr/>
            <p:nvPr/>
          </p:nvSpPr>
          <p:spPr>
            <a:xfrm>
              <a:off x="0" y="0"/>
              <a:ext cx="848199" cy="268181"/>
            </a:xfrm>
            <a:custGeom>
              <a:avLst/>
              <a:gdLst/>
              <a:ahLst/>
              <a:cxnLst/>
              <a:rect l="l" t="t" r="r" b="b"/>
              <a:pathLst>
                <a:path w="848199" h="268181" extrusionOk="0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DD7C6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131;p10"/>
            <p:cNvSpPr txBox="1"/>
            <p:nvPr/>
          </p:nvSpPr>
          <p:spPr>
            <a:xfrm>
              <a:off x="0" y="-47625"/>
              <a:ext cx="8481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7" name="Google Shape;138;p10"/>
          <p:cNvGrpSpPr/>
          <p:nvPr/>
        </p:nvGrpSpPr>
        <p:grpSpPr>
          <a:xfrm>
            <a:off x="7340679" y="6973824"/>
            <a:ext cx="3545642" cy="1199077"/>
            <a:chOff x="0" y="-47625"/>
            <a:chExt cx="933832" cy="315806"/>
          </a:xfrm>
        </p:grpSpPr>
        <p:sp>
          <p:nvSpPr>
            <p:cNvPr id="8" name="Google Shape;139;p10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140;p10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" name="Google Shape;144;p10"/>
          <p:cNvGrpSpPr/>
          <p:nvPr/>
        </p:nvGrpSpPr>
        <p:grpSpPr>
          <a:xfrm>
            <a:off x="7336200" y="6768084"/>
            <a:ext cx="3554600" cy="1199077"/>
            <a:chOff x="0" y="-47625"/>
            <a:chExt cx="936191" cy="315806"/>
          </a:xfrm>
        </p:grpSpPr>
        <p:sp>
          <p:nvSpPr>
            <p:cNvPr id="11" name="Google Shape;145;p10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46;p10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" name="Google Shape;135;p10"/>
          <p:cNvGrpSpPr/>
          <p:nvPr/>
        </p:nvGrpSpPr>
        <p:grpSpPr>
          <a:xfrm>
            <a:off x="3321730" y="6974113"/>
            <a:ext cx="3545642" cy="1199077"/>
            <a:chOff x="0" y="-47625"/>
            <a:chExt cx="933832" cy="315806"/>
          </a:xfrm>
        </p:grpSpPr>
        <p:sp>
          <p:nvSpPr>
            <p:cNvPr id="14" name="Google Shape;136;p10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37;p10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" name="Google Shape;141;p10"/>
          <p:cNvGrpSpPr/>
          <p:nvPr/>
        </p:nvGrpSpPr>
        <p:grpSpPr>
          <a:xfrm>
            <a:off x="3317251" y="6768373"/>
            <a:ext cx="3554600" cy="1199077"/>
            <a:chOff x="0" y="-47625"/>
            <a:chExt cx="936191" cy="315806"/>
          </a:xfrm>
        </p:grpSpPr>
        <p:sp>
          <p:nvSpPr>
            <p:cNvPr id="17" name="Google Shape;142;p10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E3DA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43;p10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" name="Google Shape;148;p10"/>
          <p:cNvSpPr txBox="1"/>
          <p:nvPr/>
        </p:nvSpPr>
        <p:spPr>
          <a:xfrm>
            <a:off x="6716460" y="5435055"/>
            <a:ext cx="3220500" cy="66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Toolbox Conceptual &amp; Concrete Arch</a:t>
            </a:r>
            <a:endParaRPr sz="1100"/>
          </a:p>
        </p:txBody>
      </p:sp>
      <p:sp>
        <p:nvSpPr>
          <p:cNvPr id="20" name="Google Shape;148;p10"/>
          <p:cNvSpPr txBox="1"/>
          <p:nvPr/>
        </p:nvSpPr>
        <p:spPr>
          <a:xfrm>
            <a:off x="7503225" y="7290525"/>
            <a:ext cx="32205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Lessons Learned</a:t>
            </a:r>
            <a:endParaRPr sz="1100"/>
          </a:p>
        </p:txBody>
      </p:sp>
      <p:sp>
        <p:nvSpPr>
          <p:cNvPr id="21" name="Google Shape;148;p10"/>
          <p:cNvSpPr txBox="1"/>
          <p:nvPr/>
        </p:nvSpPr>
        <p:spPr>
          <a:xfrm>
            <a:off x="3495740" y="7290525"/>
            <a:ext cx="32205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AI Collaboration</a:t>
            </a:r>
            <a:endParaRPr sz="1100"/>
          </a:p>
        </p:txBody>
      </p:sp>
      <p:grpSp>
        <p:nvGrpSpPr>
          <p:cNvPr id="29" name="Google Shape;114;p10"/>
          <p:cNvGrpSpPr/>
          <p:nvPr/>
        </p:nvGrpSpPr>
        <p:grpSpPr>
          <a:xfrm>
            <a:off x="12105400" y="6973478"/>
            <a:ext cx="3212391" cy="1199077"/>
            <a:chOff x="0" y="-47625"/>
            <a:chExt cx="846062" cy="315806"/>
          </a:xfrm>
        </p:grpSpPr>
        <p:sp>
          <p:nvSpPr>
            <p:cNvPr id="30" name="Google Shape;115;p10"/>
            <p:cNvSpPr/>
            <p:nvPr/>
          </p:nvSpPr>
          <p:spPr>
            <a:xfrm>
              <a:off x="0" y="0"/>
              <a:ext cx="846062" cy="268181"/>
            </a:xfrm>
            <a:custGeom>
              <a:avLst/>
              <a:gdLst/>
              <a:ahLst/>
              <a:cxnLst/>
              <a:rect l="l" t="t" r="r" b="b"/>
              <a:pathLst>
                <a:path w="846062" h="268181" extrusionOk="0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16;p10"/>
            <p:cNvSpPr txBox="1"/>
            <p:nvPr/>
          </p:nvSpPr>
          <p:spPr>
            <a:xfrm>
              <a:off x="0" y="-47625"/>
              <a:ext cx="84606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2" name="Google Shape;123;p10"/>
          <p:cNvGrpSpPr/>
          <p:nvPr/>
        </p:nvGrpSpPr>
        <p:grpSpPr>
          <a:xfrm>
            <a:off x="11946486" y="6815363"/>
            <a:ext cx="3220507" cy="1199077"/>
            <a:chOff x="0" y="-47625"/>
            <a:chExt cx="848199" cy="315806"/>
          </a:xfrm>
        </p:grpSpPr>
        <p:sp>
          <p:nvSpPr>
            <p:cNvPr id="33" name="Google Shape;124;p10"/>
            <p:cNvSpPr/>
            <p:nvPr/>
          </p:nvSpPr>
          <p:spPr>
            <a:xfrm>
              <a:off x="0" y="0"/>
              <a:ext cx="848199" cy="268181"/>
            </a:xfrm>
            <a:custGeom>
              <a:avLst/>
              <a:gdLst/>
              <a:ahLst/>
              <a:cxnLst/>
              <a:rect l="l" t="t" r="r" b="b"/>
              <a:pathLst>
                <a:path w="848199" h="268181" extrusionOk="0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25;p10"/>
            <p:cNvSpPr txBox="1"/>
            <p:nvPr/>
          </p:nvSpPr>
          <p:spPr>
            <a:xfrm>
              <a:off x="0" y="-47625"/>
              <a:ext cx="8481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5" name="Google Shape;132;p10"/>
          <p:cNvSpPr txBox="1"/>
          <p:nvPr/>
        </p:nvSpPr>
        <p:spPr>
          <a:xfrm>
            <a:off x="11808615" y="7337795"/>
            <a:ext cx="35457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Limitations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/>
        </p:nvSpPr>
        <p:spPr>
          <a:xfrm>
            <a:off x="1992748" y="2218900"/>
            <a:ext cx="8550000" cy="96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Derivation Process</a:t>
            </a:r>
            <a:endParaRPr lang="en-US" sz="72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2103858" y="3885436"/>
            <a:ext cx="7949700" cy="4618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</a:t>
            </a: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Look back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at A1 Conceptual and compare with global feedback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</a:t>
            </a: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Advices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from Prof. Adams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</a:t>
            </a: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Modify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our conceptual architecture diagram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Use </a:t>
            </a: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Understand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to map folders/files to our conceptual components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Focus more on </a:t>
            </a:r>
            <a:r>
              <a:rPr lang="en-US" sz="2500" b="1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layered</a:t>
            </a:r>
            <a:r>
              <a:rPr lang="en-US" sz="2500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style than client-server, or our alternative style: </a:t>
            </a:r>
            <a:r>
              <a:rPr lang="en-US" sz="2500" b="1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pub-sub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</a:t>
            </a:r>
            <a:r>
              <a:rPr lang="en-US" sz="25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Recover</a:t>
            </a:r>
            <a:r>
              <a:rPr lang="en-US" sz="25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concrete architecture: iteratively drag and check folders/files</a:t>
            </a:r>
            <a:endParaRPr lang="en-US" sz="25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155" name="Google Shape;155;p11"/>
          <p:cNvGrpSpPr/>
          <p:nvPr/>
        </p:nvGrpSpPr>
        <p:grpSpPr>
          <a:xfrm>
            <a:off x="11540007" y="1162119"/>
            <a:ext cx="5719293" cy="7880641"/>
            <a:chOff x="0" y="-47625"/>
            <a:chExt cx="1506316" cy="2075560"/>
          </a:xfrm>
        </p:grpSpPr>
        <p:sp>
          <p:nvSpPr>
            <p:cNvPr id="156" name="Google Shape;156;p11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11"/>
            <p:cNvSpPr txBox="1"/>
            <p:nvPr/>
          </p:nvSpPr>
          <p:spPr>
            <a:xfrm>
              <a:off x="0" y="-47625"/>
              <a:ext cx="1506316" cy="2075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58" name="Google Shape;158;p11" descr="E:/Desktop/CISC 322/project/robot.pngrobot"/>
          <p:cNvPicPr preferRelativeResize="0"/>
          <p:nvPr/>
        </p:nvPicPr>
        <p:blipFill rotWithShape="1">
          <a:blip r:embed="rId1"/>
          <a:srcRect l="108" r="108"/>
          <a:stretch>
            <a:fillRect/>
          </a:stretch>
        </p:blipFill>
        <p:spPr>
          <a:xfrm>
            <a:off x="11127260" y="1037467"/>
            <a:ext cx="5719500" cy="7588200"/>
          </a:xfrm>
          <a:prstGeom prst="roundRect">
            <a:avLst>
              <a:gd name="adj" fmla="val 353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9" name="Google Shape;159;p11"/>
          <p:cNvPicPr preferRelativeResize="0"/>
          <p:nvPr/>
        </p:nvPicPr>
        <p:blipFill rotWithShape="1">
          <a:blip r:embed="rId2"/>
          <a:srcRect l="84323"/>
          <a:stretch>
            <a:fillRect/>
          </a:stretch>
        </p:blipFill>
        <p:spPr>
          <a:xfrm>
            <a:off x="-3" y="0"/>
            <a:ext cx="1596202" cy="10134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/>
        </p:nvSpPr>
        <p:spPr>
          <a:xfrm>
            <a:off x="2237105" y="1162050"/>
            <a:ext cx="12661265" cy="72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Original Conceptual Architecture</a:t>
            </a:r>
            <a:endParaRPr lang="en-US" sz="5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pSp>
        <p:nvGrpSpPr>
          <p:cNvPr id="155" name="Google Shape;155;p11"/>
          <p:cNvGrpSpPr/>
          <p:nvPr/>
        </p:nvGrpSpPr>
        <p:grpSpPr>
          <a:xfrm>
            <a:off x="3575050" y="2532380"/>
            <a:ext cx="11748770" cy="6924040"/>
            <a:chOff x="0" y="-47625"/>
            <a:chExt cx="1506316" cy="2075560"/>
          </a:xfrm>
        </p:grpSpPr>
        <p:sp>
          <p:nvSpPr>
            <p:cNvPr id="156" name="Google Shape;156;p11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11"/>
            <p:cNvSpPr txBox="1"/>
            <p:nvPr/>
          </p:nvSpPr>
          <p:spPr>
            <a:xfrm>
              <a:off x="0" y="-47625"/>
              <a:ext cx="1506316" cy="2075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58" name="Google Shape;158;p11" descr="C:/Users/User/Downloads/box-line.pngbox-line"/>
          <p:cNvPicPr preferRelativeResize="0"/>
          <p:nvPr/>
        </p:nvPicPr>
        <p:blipFill rotWithShape="1">
          <a:blip r:embed="rId1"/>
          <a:srcRect t="72" b="72"/>
          <a:stretch>
            <a:fillRect/>
          </a:stretch>
        </p:blipFill>
        <p:spPr>
          <a:xfrm>
            <a:off x="3406140" y="2532380"/>
            <a:ext cx="11713210" cy="6632575"/>
          </a:xfrm>
          <a:prstGeom prst="roundRect">
            <a:avLst>
              <a:gd name="adj" fmla="val 353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9" name="Google Shape;159;p11"/>
          <p:cNvPicPr preferRelativeResize="0"/>
          <p:nvPr/>
        </p:nvPicPr>
        <p:blipFill rotWithShape="1">
          <a:blip r:embed="rId2"/>
          <a:srcRect l="84323"/>
          <a:stretch>
            <a:fillRect/>
          </a:stretch>
        </p:blipFill>
        <p:spPr>
          <a:xfrm>
            <a:off x="-3" y="0"/>
            <a:ext cx="1596202" cy="10134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4"/>
          <p:cNvGrpSpPr/>
          <p:nvPr/>
        </p:nvGrpSpPr>
        <p:grpSpPr>
          <a:xfrm>
            <a:off x="1479100" y="1144152"/>
            <a:ext cx="3545642" cy="1199077"/>
            <a:chOff x="0" y="-47625"/>
            <a:chExt cx="933832" cy="315806"/>
          </a:xfrm>
        </p:grpSpPr>
        <p:sp>
          <p:nvSpPr>
            <p:cNvPr id="195" name="Google Shape;195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0" name="Google Shape;200;p14"/>
          <p:cNvGrpSpPr/>
          <p:nvPr/>
        </p:nvGrpSpPr>
        <p:grpSpPr>
          <a:xfrm>
            <a:off x="1474621" y="938412"/>
            <a:ext cx="3554600" cy="1199077"/>
            <a:chOff x="0" y="-47625"/>
            <a:chExt cx="936191" cy="315806"/>
          </a:xfrm>
        </p:grpSpPr>
        <p:sp>
          <p:nvSpPr>
            <p:cNvPr id="201" name="Google Shape;201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7044331" y="1066682"/>
            <a:ext cx="3545642" cy="1199077"/>
            <a:chOff x="0" y="-47625"/>
            <a:chExt cx="933832" cy="315806"/>
          </a:xfrm>
        </p:grpSpPr>
        <p:sp>
          <p:nvSpPr>
            <p:cNvPr id="210" name="Google Shape;210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2" name="Google Shape;212;p14"/>
          <p:cNvGrpSpPr/>
          <p:nvPr/>
        </p:nvGrpSpPr>
        <p:grpSpPr>
          <a:xfrm>
            <a:off x="7039852" y="860942"/>
            <a:ext cx="3554600" cy="1199077"/>
            <a:chOff x="0" y="-47625"/>
            <a:chExt cx="936191" cy="315806"/>
          </a:xfrm>
        </p:grpSpPr>
        <p:sp>
          <p:nvSpPr>
            <p:cNvPr id="213" name="Google Shape;213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DAF3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15" name="Google Shape;215;p14"/>
          <p:cNvSpPr txBox="1"/>
          <p:nvPr/>
        </p:nvSpPr>
        <p:spPr>
          <a:xfrm>
            <a:off x="1676685" y="1254100"/>
            <a:ext cx="315060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Orchestration Engine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1095375" y="2641328"/>
            <a:ext cx="4603800" cy="155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Agent Core Coordinator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Tool Scheduler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Gemini API Messenger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716520" y="1176655"/>
            <a:ext cx="2201545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Security &amp; Execution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6660606" y="2563858"/>
            <a:ext cx="46038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Policy Manager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Risk Prevention Manager</a:t>
            </a:r>
            <a:endParaRPr sz="1100"/>
          </a:p>
        </p:txBody>
      </p:sp>
      <p:grpSp>
        <p:nvGrpSpPr>
          <p:cNvPr id="19" name="Google Shape;194;p14"/>
          <p:cNvGrpSpPr/>
          <p:nvPr/>
        </p:nvGrpSpPr>
        <p:grpSpPr>
          <a:xfrm>
            <a:off x="6846755" y="5139572"/>
            <a:ext cx="3545642" cy="1199077"/>
            <a:chOff x="0" y="-47625"/>
            <a:chExt cx="933832" cy="315806"/>
          </a:xfrm>
        </p:grpSpPr>
        <p:sp>
          <p:nvSpPr>
            <p:cNvPr id="20" name="Google Shape;195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96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2" name="Google Shape;200;p14"/>
          <p:cNvGrpSpPr/>
          <p:nvPr/>
        </p:nvGrpSpPr>
        <p:grpSpPr>
          <a:xfrm>
            <a:off x="6842276" y="4933832"/>
            <a:ext cx="3554600" cy="1199077"/>
            <a:chOff x="0" y="-47625"/>
            <a:chExt cx="936191" cy="315806"/>
          </a:xfrm>
        </p:grpSpPr>
        <p:sp>
          <p:nvSpPr>
            <p:cNvPr id="23" name="Google Shape;201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02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5" name="Google Shape;215;p14"/>
          <p:cNvSpPr txBox="1"/>
          <p:nvPr/>
        </p:nvSpPr>
        <p:spPr>
          <a:xfrm>
            <a:off x="7044340" y="5436845"/>
            <a:ext cx="3150600" cy="374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Terminal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6" name="Google Shape;217;p14"/>
          <p:cNvSpPr txBox="1"/>
          <p:nvPr/>
        </p:nvSpPr>
        <p:spPr>
          <a:xfrm>
            <a:off x="6463030" y="6637020"/>
            <a:ext cx="4836795" cy="11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User Interface (UI)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Exact same reponsibility as UI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288925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None/>
            </a:pP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" name="Google Shape;197;p14"/>
          <p:cNvGrpSpPr/>
          <p:nvPr/>
        </p:nvGrpSpPr>
        <p:grpSpPr>
          <a:xfrm>
            <a:off x="1374370" y="5139572"/>
            <a:ext cx="3545642" cy="1199077"/>
            <a:chOff x="0" y="-47625"/>
            <a:chExt cx="933832" cy="315806"/>
          </a:xfrm>
        </p:grpSpPr>
        <p:sp>
          <p:nvSpPr>
            <p:cNvPr id="37" name="Google Shape;198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9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9" name="Google Shape;203;p14"/>
          <p:cNvGrpSpPr/>
          <p:nvPr/>
        </p:nvGrpSpPr>
        <p:grpSpPr>
          <a:xfrm>
            <a:off x="1369891" y="4933832"/>
            <a:ext cx="3554600" cy="1199077"/>
            <a:chOff x="0" y="-47625"/>
            <a:chExt cx="936191" cy="315806"/>
          </a:xfrm>
        </p:grpSpPr>
        <p:sp>
          <p:nvSpPr>
            <p:cNvPr id="40" name="Google Shape;204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05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2" name="Google Shape;218;p14"/>
          <p:cNvSpPr txBox="1"/>
          <p:nvPr/>
        </p:nvSpPr>
        <p:spPr>
          <a:xfrm>
            <a:off x="990650" y="6636740"/>
            <a:ext cx="4313100" cy="155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Memory Manager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Keep track of configurations and GEMINI.md</a:t>
            </a:r>
            <a:endParaRPr sz="1100"/>
          </a:p>
        </p:txBody>
      </p:sp>
      <p:sp>
        <p:nvSpPr>
          <p:cNvPr id="43" name="Google Shape;216;p14"/>
          <p:cNvSpPr txBox="1"/>
          <p:nvPr/>
        </p:nvSpPr>
        <p:spPr>
          <a:xfrm>
            <a:off x="875884" y="5249520"/>
            <a:ext cx="454260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Configuration 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System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436" name="Google Shape;436;p22"/>
          <p:cNvGrpSpPr/>
          <p:nvPr/>
        </p:nvGrpSpPr>
        <p:grpSpPr>
          <a:xfrm>
            <a:off x="11820525" y="5114925"/>
            <a:ext cx="5862320" cy="3796030"/>
            <a:chOff x="0" y="-47625"/>
            <a:chExt cx="4274697" cy="1137734"/>
          </a:xfrm>
        </p:grpSpPr>
        <p:sp>
          <p:nvSpPr>
            <p:cNvPr id="437" name="Google Shape;437;p22"/>
            <p:cNvSpPr/>
            <p:nvPr/>
          </p:nvSpPr>
          <p:spPr>
            <a:xfrm>
              <a:off x="0" y="0"/>
              <a:ext cx="4274696" cy="1090109"/>
            </a:xfrm>
            <a:custGeom>
              <a:avLst/>
              <a:gdLst/>
              <a:ahLst/>
              <a:cxnLst/>
              <a:rect l="l" t="t" r="r" b="b"/>
              <a:pathLst>
                <a:path w="4274696" h="1090109" extrusionOk="0">
                  <a:moveTo>
                    <a:pt x="14310" y="0"/>
                  </a:moveTo>
                  <a:lnTo>
                    <a:pt x="4260386" y="0"/>
                  </a:lnTo>
                  <a:cubicBezTo>
                    <a:pt x="4264182" y="0"/>
                    <a:pt x="4267822" y="1508"/>
                    <a:pt x="4270505" y="4191"/>
                  </a:cubicBezTo>
                  <a:cubicBezTo>
                    <a:pt x="4273189" y="6875"/>
                    <a:pt x="4274696" y="10515"/>
                    <a:pt x="4274696" y="14310"/>
                  </a:cubicBezTo>
                  <a:lnTo>
                    <a:pt x="4274696" y="1075799"/>
                  </a:lnTo>
                  <a:cubicBezTo>
                    <a:pt x="4274696" y="1079594"/>
                    <a:pt x="4273189" y="1083234"/>
                    <a:pt x="4270505" y="1085918"/>
                  </a:cubicBezTo>
                  <a:cubicBezTo>
                    <a:pt x="4267822" y="1088602"/>
                    <a:pt x="4264182" y="1090109"/>
                    <a:pt x="4260386" y="1090109"/>
                  </a:cubicBezTo>
                  <a:lnTo>
                    <a:pt x="14310" y="1090109"/>
                  </a:lnTo>
                  <a:cubicBezTo>
                    <a:pt x="10515" y="1090109"/>
                    <a:pt x="6875" y="1088602"/>
                    <a:pt x="4191" y="1085918"/>
                  </a:cubicBezTo>
                  <a:cubicBezTo>
                    <a:pt x="1508" y="1083234"/>
                    <a:pt x="0" y="1079594"/>
                    <a:pt x="0" y="1075799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22"/>
            <p:cNvSpPr txBox="1"/>
            <p:nvPr/>
          </p:nvSpPr>
          <p:spPr>
            <a:xfrm>
              <a:off x="0" y="-47625"/>
              <a:ext cx="4274697" cy="113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39" name="Google Shape;439;p22"/>
          <p:cNvSpPr txBox="1"/>
          <p:nvPr/>
        </p:nvSpPr>
        <p:spPr>
          <a:xfrm>
            <a:off x="12119610" y="5636260"/>
            <a:ext cx="5276215" cy="279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Changes on Conceptual Architecture</a:t>
            </a:r>
            <a:endParaRPr lang="en-US" sz="5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0" marR="0" lvl="0" indent="0" algn="l" rtl="0">
              <a:lnSpc>
                <a:spcPct val="30000"/>
              </a:lnSpc>
              <a:buNone/>
            </a:pPr>
            <a:endParaRPr lang="en-US" sz="5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2 </a:t>
            </a:r>
            <a:r>
              <a:rPr lang="en-US" sz="2800" b="1" i="0" u="none" strike="noStrike" cap="none">
                <a:solidFill>
                  <a:schemeClr val="accent6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Merge</a:t>
            </a:r>
            <a:r>
              <a:rPr lang="en-US" sz="28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| 2 </a:t>
            </a:r>
            <a:r>
              <a:rPr lang="en-US" sz="2800" b="1" i="0" u="none" strike="noStrike" cap="none">
                <a:solidFill>
                  <a:srgbClr val="00B0F0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Rename</a:t>
            </a:r>
            <a:r>
              <a:rPr lang="en-US" sz="28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| 1 </a:t>
            </a:r>
            <a:r>
              <a:rPr lang="en-US" sz="2800" b="1" i="0" u="none" strike="noStrike" cap="none">
                <a:solidFill>
                  <a:srgbClr val="92D050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Create</a:t>
            </a:r>
            <a:endParaRPr lang="en-US" sz="2800" b="1" i="0" u="none" strike="noStrike" cap="none">
              <a:solidFill>
                <a:srgbClr val="92D050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914400" y="635000"/>
            <a:ext cx="10133965" cy="3658235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875665" y="4837430"/>
            <a:ext cx="10591800" cy="3658235"/>
          </a:xfrm>
          <a:prstGeom prst="roundRect">
            <a:avLst/>
          </a:prstGeom>
          <a:noFill/>
          <a:ln w="571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" name="Google Shape;197;p14"/>
          <p:cNvGrpSpPr/>
          <p:nvPr/>
        </p:nvGrpSpPr>
        <p:grpSpPr>
          <a:xfrm>
            <a:off x="12618950" y="1119387"/>
            <a:ext cx="3545642" cy="1199077"/>
            <a:chOff x="0" y="-47625"/>
            <a:chExt cx="933832" cy="315806"/>
          </a:xfrm>
        </p:grpSpPr>
        <p:sp>
          <p:nvSpPr>
            <p:cNvPr id="7" name="Google Shape;198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" name="Google Shape;199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" name="Google Shape;203;p14"/>
          <p:cNvGrpSpPr/>
          <p:nvPr/>
        </p:nvGrpSpPr>
        <p:grpSpPr>
          <a:xfrm>
            <a:off x="12614471" y="913647"/>
            <a:ext cx="3554600" cy="1199077"/>
            <a:chOff x="0" y="-47625"/>
            <a:chExt cx="936191" cy="315806"/>
          </a:xfrm>
        </p:grpSpPr>
        <p:sp>
          <p:nvSpPr>
            <p:cNvPr id="10" name="Google Shape;204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05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" name="Google Shape;216;p14"/>
          <p:cNvSpPr txBox="1"/>
          <p:nvPr/>
        </p:nvSpPr>
        <p:spPr>
          <a:xfrm>
            <a:off x="12120464" y="1300455"/>
            <a:ext cx="454260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Task Delegation 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System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13" name="Google Shape;218;p14"/>
          <p:cNvSpPr txBox="1"/>
          <p:nvPr/>
        </p:nvSpPr>
        <p:spPr>
          <a:xfrm>
            <a:off x="12235230" y="2616555"/>
            <a:ext cx="4313100" cy="155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Responsible for complex tasks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Contact point to Agent to Agent (A2A) Server</a:t>
            </a:r>
            <a:endParaRPr sz="1100"/>
          </a:p>
        </p:txBody>
      </p:sp>
      <p:sp>
        <p:nvSpPr>
          <p:cNvPr id="14" name="圆角矩形 13"/>
          <p:cNvSpPr/>
          <p:nvPr/>
        </p:nvSpPr>
        <p:spPr>
          <a:xfrm>
            <a:off x="11913870" y="635000"/>
            <a:ext cx="4901565" cy="3785235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4" grpId="1" animBg="1"/>
      <p:bldP spid="2" grpId="0" bldLvl="0" animBg="1"/>
      <p:bldP spid="2" grpId="1" animBg="1"/>
      <p:bldP spid="4" grpId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/>
        </p:nvSpPr>
        <p:spPr>
          <a:xfrm>
            <a:off x="2237105" y="1162050"/>
            <a:ext cx="12661265" cy="72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sng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Modified</a:t>
            </a:r>
            <a:r>
              <a:rPr lang="en-US" sz="5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Conceptual Architecture</a:t>
            </a:r>
            <a:endParaRPr lang="en-US" sz="5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pSp>
        <p:nvGrpSpPr>
          <p:cNvPr id="155" name="Google Shape;155;p11"/>
          <p:cNvGrpSpPr/>
          <p:nvPr/>
        </p:nvGrpSpPr>
        <p:grpSpPr>
          <a:xfrm>
            <a:off x="2236470" y="2532380"/>
            <a:ext cx="14678660" cy="6858000"/>
            <a:chOff x="0" y="-47625"/>
            <a:chExt cx="1506316" cy="2075560"/>
          </a:xfrm>
        </p:grpSpPr>
        <p:sp>
          <p:nvSpPr>
            <p:cNvPr id="156" name="Google Shape;156;p11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11"/>
            <p:cNvSpPr txBox="1"/>
            <p:nvPr/>
          </p:nvSpPr>
          <p:spPr>
            <a:xfrm>
              <a:off x="0" y="-47625"/>
              <a:ext cx="1506316" cy="2075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59" name="Google Shape;159;p11"/>
          <p:cNvPicPr preferRelativeResize="0"/>
          <p:nvPr/>
        </p:nvPicPr>
        <p:blipFill rotWithShape="1">
          <a:blip r:embed="rId1"/>
          <a:srcRect l="84323"/>
          <a:stretch>
            <a:fillRect/>
          </a:stretch>
        </p:blipFill>
        <p:spPr>
          <a:xfrm>
            <a:off x="-3" y="0"/>
            <a:ext cx="1596202" cy="1013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conceptE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160" y="2689860"/>
            <a:ext cx="14502765" cy="65043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4"/>
          <p:cNvGrpSpPr/>
          <p:nvPr/>
        </p:nvGrpSpPr>
        <p:grpSpPr>
          <a:xfrm>
            <a:off x="1487990" y="1732162"/>
            <a:ext cx="3545642" cy="1199077"/>
            <a:chOff x="0" y="-47625"/>
            <a:chExt cx="933832" cy="315806"/>
          </a:xfrm>
        </p:grpSpPr>
        <p:sp>
          <p:nvSpPr>
            <p:cNvPr id="195" name="Google Shape;195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0" name="Google Shape;200;p14"/>
          <p:cNvGrpSpPr/>
          <p:nvPr/>
        </p:nvGrpSpPr>
        <p:grpSpPr>
          <a:xfrm>
            <a:off x="1483511" y="1526422"/>
            <a:ext cx="3554600" cy="1199077"/>
            <a:chOff x="0" y="-47625"/>
            <a:chExt cx="936191" cy="315806"/>
          </a:xfrm>
        </p:grpSpPr>
        <p:sp>
          <p:nvSpPr>
            <p:cNvPr id="201" name="Google Shape;201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7062111" y="7750692"/>
            <a:ext cx="3545642" cy="1199077"/>
            <a:chOff x="0" y="-47625"/>
            <a:chExt cx="933832" cy="315806"/>
          </a:xfrm>
        </p:grpSpPr>
        <p:sp>
          <p:nvSpPr>
            <p:cNvPr id="210" name="Google Shape;210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2" name="Google Shape;212;p14"/>
          <p:cNvGrpSpPr/>
          <p:nvPr/>
        </p:nvGrpSpPr>
        <p:grpSpPr>
          <a:xfrm>
            <a:off x="7057632" y="7544952"/>
            <a:ext cx="3554600" cy="1199077"/>
            <a:chOff x="0" y="-47625"/>
            <a:chExt cx="936191" cy="315806"/>
          </a:xfrm>
        </p:grpSpPr>
        <p:sp>
          <p:nvSpPr>
            <p:cNvPr id="213" name="Google Shape;213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DAF3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15" name="Google Shape;215;p14"/>
          <p:cNvSpPr txBox="1"/>
          <p:nvPr/>
        </p:nvSpPr>
        <p:spPr>
          <a:xfrm>
            <a:off x="1685575" y="1842110"/>
            <a:ext cx="315060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Terminal Interface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327265" y="7905750"/>
            <a:ext cx="3143885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Security &amp; Execution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9" name="Google Shape;194;p14"/>
          <p:cNvGrpSpPr/>
          <p:nvPr/>
        </p:nvGrpSpPr>
        <p:grpSpPr>
          <a:xfrm>
            <a:off x="12592870" y="2932312"/>
            <a:ext cx="3545642" cy="1199077"/>
            <a:chOff x="0" y="-47625"/>
            <a:chExt cx="933832" cy="315806"/>
          </a:xfrm>
        </p:grpSpPr>
        <p:sp>
          <p:nvSpPr>
            <p:cNvPr id="20" name="Google Shape;195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96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2" name="Google Shape;200;p14"/>
          <p:cNvGrpSpPr/>
          <p:nvPr/>
        </p:nvGrpSpPr>
        <p:grpSpPr>
          <a:xfrm>
            <a:off x="12588391" y="2726572"/>
            <a:ext cx="3554600" cy="1199077"/>
            <a:chOff x="0" y="-47625"/>
            <a:chExt cx="936191" cy="315806"/>
          </a:xfrm>
        </p:grpSpPr>
        <p:sp>
          <p:nvSpPr>
            <p:cNvPr id="23" name="Google Shape;201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02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5" name="Google Shape;215;p14"/>
          <p:cNvSpPr txBox="1"/>
          <p:nvPr/>
        </p:nvSpPr>
        <p:spPr>
          <a:xfrm>
            <a:off x="12790455" y="3071470"/>
            <a:ext cx="315060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Configuration System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36" name="Google Shape;197;p14"/>
          <p:cNvGrpSpPr/>
          <p:nvPr/>
        </p:nvGrpSpPr>
        <p:grpSpPr>
          <a:xfrm>
            <a:off x="1492480" y="5347217"/>
            <a:ext cx="3545642" cy="1199077"/>
            <a:chOff x="0" y="-47625"/>
            <a:chExt cx="933832" cy="315806"/>
          </a:xfrm>
        </p:grpSpPr>
        <p:sp>
          <p:nvSpPr>
            <p:cNvPr id="37" name="Google Shape;198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9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9" name="Google Shape;203;p14"/>
          <p:cNvGrpSpPr/>
          <p:nvPr/>
        </p:nvGrpSpPr>
        <p:grpSpPr>
          <a:xfrm>
            <a:off x="1488001" y="5141477"/>
            <a:ext cx="3554600" cy="1199077"/>
            <a:chOff x="0" y="-47625"/>
            <a:chExt cx="936191" cy="315806"/>
          </a:xfrm>
        </p:grpSpPr>
        <p:sp>
          <p:nvSpPr>
            <p:cNvPr id="40" name="Google Shape;204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05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3" name="Google Shape;216;p14"/>
          <p:cNvSpPr txBox="1"/>
          <p:nvPr/>
        </p:nvSpPr>
        <p:spPr>
          <a:xfrm>
            <a:off x="993994" y="5457165"/>
            <a:ext cx="454260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Extension 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Manager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6" name="Google Shape;197;p14"/>
          <p:cNvGrpSpPr/>
          <p:nvPr/>
        </p:nvGrpSpPr>
        <p:grpSpPr>
          <a:xfrm>
            <a:off x="12390985" y="5276732"/>
            <a:ext cx="3545642" cy="1199077"/>
            <a:chOff x="0" y="-47625"/>
            <a:chExt cx="933832" cy="315806"/>
          </a:xfrm>
        </p:grpSpPr>
        <p:sp>
          <p:nvSpPr>
            <p:cNvPr id="7" name="Google Shape;198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" name="Google Shape;199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" name="Google Shape;203;p14"/>
          <p:cNvGrpSpPr/>
          <p:nvPr/>
        </p:nvGrpSpPr>
        <p:grpSpPr>
          <a:xfrm>
            <a:off x="12386506" y="5070992"/>
            <a:ext cx="3554600" cy="1199077"/>
            <a:chOff x="0" y="-47625"/>
            <a:chExt cx="936191" cy="315806"/>
          </a:xfrm>
        </p:grpSpPr>
        <p:sp>
          <p:nvSpPr>
            <p:cNvPr id="10" name="Google Shape;204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05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" name="Google Shape;216;p14"/>
          <p:cNvSpPr txBox="1"/>
          <p:nvPr/>
        </p:nvSpPr>
        <p:spPr>
          <a:xfrm>
            <a:off x="11892499" y="5442560"/>
            <a:ext cx="454260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Task Delegation 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System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" name="Google Shape;194;p14"/>
          <p:cNvGrpSpPr/>
          <p:nvPr/>
        </p:nvGrpSpPr>
        <p:grpSpPr>
          <a:xfrm>
            <a:off x="7053130" y="2961522"/>
            <a:ext cx="3545642" cy="1199077"/>
            <a:chOff x="0" y="-47625"/>
            <a:chExt cx="933832" cy="315806"/>
          </a:xfrm>
        </p:grpSpPr>
        <p:sp>
          <p:nvSpPr>
            <p:cNvPr id="3" name="Google Shape;195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196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" name="Google Shape;200;p14"/>
          <p:cNvGrpSpPr/>
          <p:nvPr/>
        </p:nvGrpSpPr>
        <p:grpSpPr>
          <a:xfrm>
            <a:off x="7048651" y="2755782"/>
            <a:ext cx="3554600" cy="1199077"/>
            <a:chOff x="0" y="-47625"/>
            <a:chExt cx="936191" cy="315806"/>
          </a:xfrm>
        </p:grpSpPr>
        <p:sp>
          <p:nvSpPr>
            <p:cNvPr id="16" name="Google Shape;201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202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8" name="Google Shape;215;p14"/>
          <p:cNvSpPr txBox="1"/>
          <p:nvPr/>
        </p:nvSpPr>
        <p:spPr>
          <a:xfrm>
            <a:off x="7250715" y="3071470"/>
            <a:ext cx="315060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Orchestration Engine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7" name="Google Shape;197;p14"/>
          <p:cNvGrpSpPr/>
          <p:nvPr/>
        </p:nvGrpSpPr>
        <p:grpSpPr>
          <a:xfrm>
            <a:off x="7053175" y="5197992"/>
            <a:ext cx="3545642" cy="1199077"/>
            <a:chOff x="0" y="-47625"/>
            <a:chExt cx="933832" cy="315806"/>
          </a:xfrm>
        </p:grpSpPr>
        <p:sp>
          <p:nvSpPr>
            <p:cNvPr id="28" name="Google Shape;198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99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0" name="Google Shape;203;p14"/>
          <p:cNvGrpSpPr/>
          <p:nvPr/>
        </p:nvGrpSpPr>
        <p:grpSpPr>
          <a:xfrm>
            <a:off x="7048696" y="4992252"/>
            <a:ext cx="3554600" cy="1199077"/>
            <a:chOff x="0" y="-47625"/>
            <a:chExt cx="936191" cy="315806"/>
          </a:xfrm>
        </p:grpSpPr>
        <p:sp>
          <p:nvSpPr>
            <p:cNvPr id="31" name="Google Shape;204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205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3" name="Google Shape;216;p14"/>
          <p:cNvSpPr txBox="1"/>
          <p:nvPr/>
        </p:nvSpPr>
        <p:spPr>
          <a:xfrm>
            <a:off x="6554689" y="5495265"/>
            <a:ext cx="4542600" cy="374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Toolbox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153" name="Google Shape;153;p11"/>
          <p:cNvSpPr txBox="1"/>
          <p:nvPr/>
        </p:nvSpPr>
        <p:spPr>
          <a:xfrm>
            <a:off x="1492250" y="487045"/>
            <a:ext cx="12661265" cy="72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Pipe and filter? No... </a:t>
            </a:r>
            <a:endParaRPr lang="en-US" sz="5400" b="1" i="0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/>
        </p:nvSpPr>
        <p:spPr>
          <a:xfrm>
            <a:off x="2237105" y="1036955"/>
            <a:ext cx="12661265" cy="72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Concrete Architecture: </a:t>
            </a:r>
            <a:endParaRPr lang="en-US" sz="5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pSp>
        <p:nvGrpSpPr>
          <p:cNvPr id="155" name="Google Shape;155;p11"/>
          <p:cNvGrpSpPr/>
          <p:nvPr/>
        </p:nvGrpSpPr>
        <p:grpSpPr>
          <a:xfrm>
            <a:off x="2236470" y="2532380"/>
            <a:ext cx="14678660" cy="6858000"/>
            <a:chOff x="0" y="-47625"/>
            <a:chExt cx="1506316" cy="2075560"/>
          </a:xfrm>
        </p:grpSpPr>
        <p:sp>
          <p:nvSpPr>
            <p:cNvPr id="156" name="Google Shape;156;p11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11"/>
            <p:cNvSpPr txBox="1"/>
            <p:nvPr/>
          </p:nvSpPr>
          <p:spPr>
            <a:xfrm>
              <a:off x="0" y="-47625"/>
              <a:ext cx="1506316" cy="2075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58" name="Google Shape;158;p11" descr="E:/Desktop/CISC 322/project/concrete.pngconcrete"/>
          <p:cNvPicPr preferRelativeResize="0"/>
          <p:nvPr/>
        </p:nvPicPr>
        <p:blipFill rotWithShape="1">
          <a:blip r:embed="rId1"/>
          <a:srcRect l="890" r="890"/>
          <a:stretch>
            <a:fillRect/>
          </a:stretch>
        </p:blipFill>
        <p:spPr>
          <a:xfrm>
            <a:off x="2237105" y="2282825"/>
            <a:ext cx="14452600" cy="6833870"/>
          </a:xfrm>
          <a:prstGeom prst="roundRect">
            <a:avLst>
              <a:gd name="adj" fmla="val 353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9" name="Google Shape;159;p11"/>
          <p:cNvPicPr preferRelativeResize="0"/>
          <p:nvPr/>
        </p:nvPicPr>
        <p:blipFill rotWithShape="1">
          <a:blip r:embed="rId2"/>
          <a:srcRect l="84323"/>
          <a:stretch>
            <a:fillRect/>
          </a:stretch>
        </p:blipFill>
        <p:spPr>
          <a:xfrm>
            <a:off x="-3" y="0"/>
            <a:ext cx="1596202" cy="101345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圆角矩形 3"/>
          <p:cNvSpPr/>
          <p:nvPr/>
        </p:nvSpPr>
        <p:spPr>
          <a:xfrm>
            <a:off x="12899390" y="3019425"/>
            <a:ext cx="1122680" cy="4803775"/>
          </a:xfrm>
          <a:prstGeom prst="roundRect">
            <a:avLst/>
          </a:prstGeom>
          <a:noFill/>
          <a:ln w="762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4290695" y="4475480"/>
            <a:ext cx="825500" cy="1633220"/>
          </a:xfrm>
          <a:prstGeom prst="roundRect">
            <a:avLst/>
          </a:prstGeom>
          <a:noFill/>
          <a:ln w="762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6588125" y="4157345"/>
            <a:ext cx="2055495" cy="1226185"/>
          </a:xfrm>
          <a:prstGeom prst="roundRect">
            <a:avLst/>
          </a:prstGeom>
          <a:noFill/>
          <a:ln w="762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 animBg="1"/>
      <p:bldP spid="2" grpId="1" animBg="1"/>
      <p:bldP spid="3" grpId="0" animBg="1"/>
      <p:bldP spid="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 txBox="1"/>
          <p:nvPr/>
        </p:nvSpPr>
        <p:spPr>
          <a:xfrm>
            <a:off x="2569825" y="851050"/>
            <a:ext cx="13148400" cy="709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High-Level Reflexion Analysis</a:t>
            </a:r>
            <a:endParaRPr lang="en-US" sz="66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3271470" y="3566941"/>
            <a:ext cx="4881300" cy="2032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Import Tool types and Tool Registry interface </a:t>
            </a:r>
            <a:endParaRPr lang="en-US" sz="23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Show tool list</a:t>
            </a:r>
            <a:endParaRPr lang="en-US" sz="23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Render confirmation dialog and tool execution results</a:t>
            </a:r>
            <a:endParaRPr lang="en-US" sz="23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6837630" y="7723017"/>
            <a:ext cx="488130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Import types and interfaces from other components for initialization</a:t>
            </a:r>
            <a:endParaRPr lang="en-US" sz="23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Not just passive data storage</a:t>
            </a:r>
            <a:endParaRPr sz="1200"/>
          </a:p>
        </p:txBody>
      </p:sp>
      <p:sp>
        <p:nvSpPr>
          <p:cNvPr id="259" name="Google Shape;259;p16"/>
          <p:cNvSpPr txBox="1"/>
          <p:nvPr/>
        </p:nvSpPr>
        <p:spPr>
          <a:xfrm>
            <a:off x="9917309" y="3616471"/>
            <a:ext cx="5154600" cy="2032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Same layer but interact!</a:t>
            </a:r>
            <a:endParaRPr lang="en-US" sz="23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MCP registered in Tool Registry</a:t>
            </a:r>
            <a:endParaRPr lang="en-US" sz="23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More coupling between these two “parallel” components than we thought</a:t>
            </a:r>
            <a:endParaRPr sz="1200"/>
          </a:p>
        </p:txBody>
      </p:sp>
      <p:grpSp>
        <p:nvGrpSpPr>
          <p:cNvPr id="261" name="Google Shape;261;p16"/>
          <p:cNvGrpSpPr/>
          <p:nvPr/>
        </p:nvGrpSpPr>
        <p:grpSpPr>
          <a:xfrm>
            <a:off x="2858220" y="2134529"/>
            <a:ext cx="5707837" cy="1199077"/>
            <a:chOff x="0" y="-47625"/>
            <a:chExt cx="1503299" cy="315806"/>
          </a:xfrm>
        </p:grpSpPr>
        <p:sp>
          <p:nvSpPr>
            <p:cNvPr id="262" name="Google Shape;262;p16"/>
            <p:cNvSpPr/>
            <p:nvPr/>
          </p:nvSpPr>
          <p:spPr>
            <a:xfrm>
              <a:off x="0" y="0"/>
              <a:ext cx="1503299" cy="268181"/>
            </a:xfrm>
            <a:custGeom>
              <a:avLst/>
              <a:gdLst/>
              <a:ahLst/>
              <a:cxnLst/>
              <a:rect l="l" t="t" r="r" b="b"/>
              <a:pathLst>
                <a:path w="1503299" h="268181" extrusionOk="0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16"/>
            <p:cNvSpPr txBox="1"/>
            <p:nvPr/>
          </p:nvSpPr>
          <p:spPr>
            <a:xfrm>
              <a:off x="0" y="-47625"/>
              <a:ext cx="15032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4" name="Google Shape;264;p16"/>
          <p:cNvGrpSpPr/>
          <p:nvPr/>
        </p:nvGrpSpPr>
        <p:grpSpPr>
          <a:xfrm>
            <a:off x="6431365" y="6265840"/>
            <a:ext cx="5707837" cy="1199077"/>
            <a:chOff x="0" y="-47625"/>
            <a:chExt cx="1503299" cy="315806"/>
          </a:xfrm>
        </p:grpSpPr>
        <p:sp>
          <p:nvSpPr>
            <p:cNvPr id="265" name="Google Shape;265;p16"/>
            <p:cNvSpPr/>
            <p:nvPr/>
          </p:nvSpPr>
          <p:spPr>
            <a:xfrm>
              <a:off x="0" y="0"/>
              <a:ext cx="1503299" cy="268181"/>
            </a:xfrm>
            <a:custGeom>
              <a:avLst/>
              <a:gdLst/>
              <a:ahLst/>
              <a:cxnLst/>
              <a:rect l="l" t="t" r="r" b="b"/>
              <a:pathLst>
                <a:path w="1503299" h="268181" extrusionOk="0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16"/>
            <p:cNvSpPr txBox="1"/>
            <p:nvPr/>
          </p:nvSpPr>
          <p:spPr>
            <a:xfrm>
              <a:off x="0" y="-47625"/>
              <a:ext cx="15032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7" name="Google Shape;267;p16"/>
          <p:cNvGrpSpPr/>
          <p:nvPr/>
        </p:nvGrpSpPr>
        <p:grpSpPr>
          <a:xfrm>
            <a:off x="9640570" y="2183765"/>
            <a:ext cx="6962775" cy="1198880"/>
            <a:chOff x="0" y="-47625"/>
            <a:chExt cx="1503299" cy="315806"/>
          </a:xfrm>
        </p:grpSpPr>
        <p:sp>
          <p:nvSpPr>
            <p:cNvPr id="268" name="Google Shape;268;p16"/>
            <p:cNvSpPr/>
            <p:nvPr/>
          </p:nvSpPr>
          <p:spPr>
            <a:xfrm>
              <a:off x="0" y="0"/>
              <a:ext cx="1503299" cy="268181"/>
            </a:xfrm>
            <a:custGeom>
              <a:avLst/>
              <a:gdLst/>
              <a:ahLst/>
              <a:cxnLst/>
              <a:rect l="l" t="t" r="r" b="b"/>
              <a:pathLst>
                <a:path w="1503299" h="268181" extrusionOk="0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16"/>
            <p:cNvSpPr txBox="1"/>
            <p:nvPr/>
          </p:nvSpPr>
          <p:spPr>
            <a:xfrm>
              <a:off x="0" y="-47625"/>
              <a:ext cx="15032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3" name="Google Shape;273;p16"/>
          <p:cNvGrpSpPr/>
          <p:nvPr/>
        </p:nvGrpSpPr>
        <p:grpSpPr>
          <a:xfrm>
            <a:off x="2851010" y="1928789"/>
            <a:ext cx="5722257" cy="1199077"/>
            <a:chOff x="0" y="-47625"/>
            <a:chExt cx="1507097" cy="315806"/>
          </a:xfrm>
        </p:grpSpPr>
        <p:sp>
          <p:nvSpPr>
            <p:cNvPr id="274" name="Google Shape;274;p16"/>
            <p:cNvSpPr/>
            <p:nvPr/>
          </p:nvSpPr>
          <p:spPr>
            <a:xfrm>
              <a:off x="0" y="0"/>
              <a:ext cx="1507097" cy="268181"/>
            </a:xfrm>
            <a:custGeom>
              <a:avLst/>
              <a:gdLst/>
              <a:ahLst/>
              <a:cxnLst/>
              <a:rect l="l" t="t" r="r" b="b"/>
              <a:pathLst>
                <a:path w="1507097" h="268181" extrusionOk="0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16"/>
            <p:cNvSpPr txBox="1"/>
            <p:nvPr/>
          </p:nvSpPr>
          <p:spPr>
            <a:xfrm>
              <a:off x="0" y="-47625"/>
              <a:ext cx="1507097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6" name="Google Shape;276;p16"/>
          <p:cNvGrpSpPr/>
          <p:nvPr/>
        </p:nvGrpSpPr>
        <p:grpSpPr>
          <a:xfrm>
            <a:off x="6417170" y="6084865"/>
            <a:ext cx="5722257" cy="1199077"/>
            <a:chOff x="0" y="-47625"/>
            <a:chExt cx="1507097" cy="315806"/>
          </a:xfrm>
        </p:grpSpPr>
        <p:sp>
          <p:nvSpPr>
            <p:cNvPr id="277" name="Google Shape;277;p16"/>
            <p:cNvSpPr/>
            <p:nvPr/>
          </p:nvSpPr>
          <p:spPr>
            <a:xfrm>
              <a:off x="0" y="0"/>
              <a:ext cx="1507097" cy="268181"/>
            </a:xfrm>
            <a:custGeom>
              <a:avLst/>
              <a:gdLst/>
              <a:ahLst/>
              <a:cxnLst/>
              <a:rect l="l" t="t" r="r" b="b"/>
              <a:pathLst>
                <a:path w="1507097" h="268181" extrusionOk="0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E3DA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16"/>
            <p:cNvSpPr txBox="1"/>
            <p:nvPr/>
          </p:nvSpPr>
          <p:spPr>
            <a:xfrm>
              <a:off x="0" y="-47625"/>
              <a:ext cx="1507097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9" name="Google Shape;279;p16"/>
          <p:cNvGrpSpPr/>
          <p:nvPr/>
        </p:nvGrpSpPr>
        <p:grpSpPr>
          <a:xfrm>
            <a:off x="9633585" y="1978025"/>
            <a:ext cx="6979920" cy="1198880"/>
            <a:chOff x="0" y="-47625"/>
            <a:chExt cx="1507097" cy="315806"/>
          </a:xfrm>
        </p:grpSpPr>
        <p:sp>
          <p:nvSpPr>
            <p:cNvPr id="280" name="Google Shape;280;p16"/>
            <p:cNvSpPr/>
            <p:nvPr/>
          </p:nvSpPr>
          <p:spPr>
            <a:xfrm>
              <a:off x="0" y="0"/>
              <a:ext cx="1507097" cy="268181"/>
            </a:xfrm>
            <a:custGeom>
              <a:avLst/>
              <a:gdLst/>
              <a:ahLst/>
              <a:cxnLst/>
              <a:rect l="l" t="t" r="r" b="b"/>
              <a:pathLst>
                <a:path w="1507097" h="268181" extrusionOk="0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DAF3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16"/>
            <p:cNvSpPr txBox="1"/>
            <p:nvPr/>
          </p:nvSpPr>
          <p:spPr>
            <a:xfrm>
              <a:off x="0" y="-47625"/>
              <a:ext cx="1507097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85" name="Google Shape;285;p16"/>
          <p:cNvSpPr txBox="1"/>
          <p:nvPr/>
        </p:nvSpPr>
        <p:spPr>
          <a:xfrm>
            <a:off x="2802915" y="2507420"/>
            <a:ext cx="5923500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Terminal -&gt; Toolbox (864)</a:t>
            </a:r>
            <a:endParaRPr sz="1200"/>
          </a:p>
        </p:txBody>
      </p:sp>
      <p:sp>
        <p:nvSpPr>
          <p:cNvPr id="286" name="Google Shape;286;p16"/>
          <p:cNvSpPr txBox="1"/>
          <p:nvPr/>
        </p:nvSpPr>
        <p:spPr>
          <a:xfrm>
            <a:off x="6369100" y="6663495"/>
            <a:ext cx="5923500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Config System -&gt; All Components</a:t>
            </a:r>
            <a:endParaRPr sz="1200"/>
          </a:p>
        </p:txBody>
      </p:sp>
      <p:sp>
        <p:nvSpPr>
          <p:cNvPr id="287" name="Google Shape;287;p16"/>
          <p:cNvSpPr txBox="1"/>
          <p:nvPr/>
        </p:nvSpPr>
        <p:spPr>
          <a:xfrm>
            <a:off x="9917430" y="2557145"/>
            <a:ext cx="6365240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Toolbox &lt;-&gt; Extension M</a:t>
            </a:r>
            <a:r>
              <a:rPr lang="en-US" sz="23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anager (37/139)</a:t>
            </a:r>
            <a:endParaRPr lang="en-US" sz="23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pic>
        <p:nvPicPr>
          <p:cNvPr id="289" name="Google Shape;289;p16"/>
          <p:cNvPicPr preferRelativeResize="0"/>
          <p:nvPr/>
        </p:nvPicPr>
        <p:blipFill rotWithShape="1">
          <a:blip r:embed="rId1"/>
          <a:srcRect l="80905"/>
          <a:stretch>
            <a:fillRect/>
          </a:stretch>
        </p:blipFill>
        <p:spPr>
          <a:xfrm>
            <a:off x="0" y="0"/>
            <a:ext cx="195937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 txBox="1"/>
          <p:nvPr/>
        </p:nvSpPr>
        <p:spPr>
          <a:xfrm>
            <a:off x="1477645" y="546100"/>
            <a:ext cx="14900910" cy="116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Toolbox: Components </a:t>
            </a:r>
            <a:endParaRPr lang="en-US" sz="5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(same for conceptual &amp; concrete)</a:t>
            </a:r>
            <a:endParaRPr lang="en-US" sz="5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57" name="Google Shape;257;p16"/>
          <p:cNvSpPr txBox="1"/>
          <p:nvPr>
            <p:custDataLst>
              <p:tags r:id="rId1"/>
            </p:custDataLst>
          </p:nvPr>
        </p:nvSpPr>
        <p:spPr>
          <a:xfrm>
            <a:off x="3271520" y="3566795"/>
            <a:ext cx="550291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Evaluates the task and decide which tools are used by referencing to </a:t>
            </a:r>
            <a:r>
              <a:rPr lang="en-US" sz="23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Tool Registry </a:t>
            </a:r>
            <a:endParaRPr lang="en-US" sz="2300" b="1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</a:t>
            </a:r>
            <a:r>
              <a:rPr lang="en-US" sz="230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Orchestrates the execution process</a:t>
            </a:r>
            <a:endParaRPr sz="1200"/>
          </a:p>
        </p:txBody>
      </p:sp>
      <p:sp>
        <p:nvSpPr>
          <p:cNvPr id="258" name="Google Shape;258;p16"/>
          <p:cNvSpPr txBox="1"/>
          <p:nvPr/>
        </p:nvSpPr>
        <p:spPr>
          <a:xfrm>
            <a:off x="3319730" y="7769372"/>
            <a:ext cx="48813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Handle simple tasks</a:t>
            </a:r>
            <a:endParaRPr lang="en-US" sz="23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Support </a:t>
            </a:r>
            <a:r>
              <a:rPr lang="en-US" sz="23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Tools</a:t>
            </a: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sz="1200"/>
          </a:p>
        </p:txBody>
      </p:sp>
      <p:sp>
        <p:nvSpPr>
          <p:cNvPr id="259" name="Google Shape;259;p16"/>
          <p:cNvSpPr txBox="1"/>
          <p:nvPr>
            <p:custDataLst>
              <p:tags r:id="rId2"/>
            </p:custDataLst>
          </p:nvPr>
        </p:nvSpPr>
        <p:spPr>
          <a:xfrm>
            <a:off x="9917309" y="3616471"/>
            <a:ext cx="51546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Handle complex task executions</a:t>
            </a:r>
            <a:endParaRPr lang="en-US" sz="23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Give simpler tasks to </a:t>
            </a:r>
            <a:r>
              <a:rPr lang="en-US" sz="23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Utils</a:t>
            </a:r>
            <a:endParaRPr sz="1200"/>
          </a:p>
        </p:txBody>
      </p:sp>
      <p:sp>
        <p:nvSpPr>
          <p:cNvPr id="260" name="Google Shape;260;p16"/>
          <p:cNvSpPr txBox="1"/>
          <p:nvPr/>
        </p:nvSpPr>
        <p:spPr>
          <a:xfrm>
            <a:off x="10086934" y="7769372"/>
            <a:ext cx="48813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Hold information about all tools in Toolbox </a:t>
            </a:r>
            <a:endParaRPr sz="1200"/>
          </a:p>
        </p:txBody>
      </p:sp>
      <p:grpSp>
        <p:nvGrpSpPr>
          <p:cNvPr id="261" name="Google Shape;261;p16"/>
          <p:cNvGrpSpPr/>
          <p:nvPr>
            <p:custDataLst>
              <p:tags r:id="rId3"/>
            </p:custDataLst>
          </p:nvPr>
        </p:nvGrpSpPr>
        <p:grpSpPr>
          <a:xfrm>
            <a:off x="2858220" y="2134529"/>
            <a:ext cx="5707837" cy="1199077"/>
            <a:chOff x="0" y="-47625"/>
            <a:chExt cx="1503299" cy="315806"/>
          </a:xfrm>
        </p:grpSpPr>
        <p:sp>
          <p:nvSpPr>
            <p:cNvPr id="262" name="Google Shape;262;p16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503299" cy="268181"/>
            </a:xfrm>
            <a:custGeom>
              <a:avLst/>
              <a:gdLst/>
              <a:ahLst/>
              <a:cxnLst/>
              <a:rect l="l" t="t" r="r" b="b"/>
              <a:pathLst>
                <a:path w="1503299" h="268181" extrusionOk="0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16"/>
            <p:cNvSpPr txBox="1"/>
            <p:nvPr/>
          </p:nvSpPr>
          <p:spPr>
            <a:xfrm>
              <a:off x="0" y="-47625"/>
              <a:ext cx="15032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4" name="Google Shape;264;p16"/>
          <p:cNvGrpSpPr/>
          <p:nvPr>
            <p:custDataLst>
              <p:tags r:id="rId5"/>
            </p:custDataLst>
          </p:nvPr>
        </p:nvGrpSpPr>
        <p:grpSpPr>
          <a:xfrm>
            <a:off x="2906480" y="6336960"/>
            <a:ext cx="5707837" cy="1199077"/>
            <a:chOff x="0" y="-47625"/>
            <a:chExt cx="1503299" cy="315806"/>
          </a:xfrm>
        </p:grpSpPr>
        <p:sp>
          <p:nvSpPr>
            <p:cNvPr id="265" name="Google Shape;265;p16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503299" cy="268181"/>
            </a:xfrm>
            <a:custGeom>
              <a:avLst/>
              <a:gdLst/>
              <a:ahLst/>
              <a:cxnLst/>
              <a:rect l="l" t="t" r="r" b="b"/>
              <a:pathLst>
                <a:path w="1503299" h="268181" extrusionOk="0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16"/>
            <p:cNvSpPr txBox="1"/>
            <p:nvPr/>
          </p:nvSpPr>
          <p:spPr>
            <a:xfrm>
              <a:off x="0" y="-47625"/>
              <a:ext cx="15032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7" name="Google Shape;267;p16"/>
          <p:cNvGrpSpPr/>
          <p:nvPr>
            <p:custDataLst>
              <p:tags r:id="rId7"/>
            </p:custDataLst>
          </p:nvPr>
        </p:nvGrpSpPr>
        <p:grpSpPr>
          <a:xfrm>
            <a:off x="9640570" y="2183765"/>
            <a:ext cx="5633085" cy="1198880"/>
            <a:chOff x="0" y="-47625"/>
            <a:chExt cx="1503299" cy="315806"/>
          </a:xfrm>
        </p:grpSpPr>
        <p:sp>
          <p:nvSpPr>
            <p:cNvPr id="268" name="Google Shape;268;p16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503299" cy="268181"/>
            </a:xfrm>
            <a:custGeom>
              <a:avLst/>
              <a:gdLst/>
              <a:ahLst/>
              <a:cxnLst/>
              <a:rect l="l" t="t" r="r" b="b"/>
              <a:pathLst>
                <a:path w="1503299" h="268181" extrusionOk="0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16"/>
            <p:cNvSpPr txBox="1"/>
            <p:nvPr/>
          </p:nvSpPr>
          <p:spPr>
            <a:xfrm>
              <a:off x="0" y="-47625"/>
              <a:ext cx="15032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0" name="Google Shape;270;p16"/>
          <p:cNvGrpSpPr/>
          <p:nvPr>
            <p:custDataLst>
              <p:tags r:id="rId9"/>
            </p:custDataLst>
          </p:nvPr>
        </p:nvGrpSpPr>
        <p:grpSpPr>
          <a:xfrm>
            <a:off x="9673684" y="6336960"/>
            <a:ext cx="5707837" cy="1199077"/>
            <a:chOff x="0" y="-47625"/>
            <a:chExt cx="1503299" cy="315806"/>
          </a:xfrm>
        </p:grpSpPr>
        <p:sp>
          <p:nvSpPr>
            <p:cNvPr id="271" name="Google Shape;271;p16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503299" cy="268181"/>
            </a:xfrm>
            <a:custGeom>
              <a:avLst/>
              <a:gdLst/>
              <a:ahLst/>
              <a:cxnLst/>
              <a:rect l="l" t="t" r="r" b="b"/>
              <a:pathLst>
                <a:path w="1503299" h="268181" extrusionOk="0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16"/>
            <p:cNvSpPr txBox="1"/>
            <p:nvPr/>
          </p:nvSpPr>
          <p:spPr>
            <a:xfrm>
              <a:off x="0" y="-47625"/>
              <a:ext cx="1503299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3" name="Google Shape;273;p16"/>
          <p:cNvGrpSpPr/>
          <p:nvPr>
            <p:custDataLst>
              <p:tags r:id="rId11"/>
            </p:custDataLst>
          </p:nvPr>
        </p:nvGrpSpPr>
        <p:grpSpPr>
          <a:xfrm>
            <a:off x="2851010" y="1928789"/>
            <a:ext cx="5722257" cy="1199077"/>
            <a:chOff x="0" y="-47625"/>
            <a:chExt cx="1507097" cy="315806"/>
          </a:xfrm>
        </p:grpSpPr>
        <p:sp>
          <p:nvSpPr>
            <p:cNvPr id="274" name="Google Shape;274;p16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507097" cy="268181"/>
            </a:xfrm>
            <a:custGeom>
              <a:avLst/>
              <a:gdLst/>
              <a:ahLst/>
              <a:cxnLst/>
              <a:rect l="l" t="t" r="r" b="b"/>
              <a:pathLst>
                <a:path w="1507097" h="268181" extrusionOk="0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16"/>
            <p:cNvSpPr txBox="1"/>
            <p:nvPr/>
          </p:nvSpPr>
          <p:spPr>
            <a:xfrm>
              <a:off x="0" y="-47625"/>
              <a:ext cx="1507097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6" name="Google Shape;276;p16"/>
          <p:cNvGrpSpPr/>
          <p:nvPr>
            <p:custDataLst>
              <p:tags r:id="rId13"/>
            </p:custDataLst>
          </p:nvPr>
        </p:nvGrpSpPr>
        <p:grpSpPr>
          <a:xfrm>
            <a:off x="2899270" y="6131220"/>
            <a:ext cx="5722257" cy="1199077"/>
            <a:chOff x="0" y="-47625"/>
            <a:chExt cx="1507097" cy="315806"/>
          </a:xfrm>
        </p:grpSpPr>
        <p:sp>
          <p:nvSpPr>
            <p:cNvPr id="277" name="Google Shape;277;p16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507097" cy="268181"/>
            </a:xfrm>
            <a:custGeom>
              <a:avLst/>
              <a:gdLst/>
              <a:ahLst/>
              <a:cxnLst/>
              <a:rect l="l" t="t" r="r" b="b"/>
              <a:pathLst>
                <a:path w="1507097" h="268181" extrusionOk="0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E3DA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16"/>
            <p:cNvSpPr txBox="1"/>
            <p:nvPr/>
          </p:nvSpPr>
          <p:spPr>
            <a:xfrm>
              <a:off x="0" y="-47625"/>
              <a:ext cx="1507097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9" name="Google Shape;279;p16"/>
          <p:cNvGrpSpPr/>
          <p:nvPr>
            <p:custDataLst>
              <p:tags r:id="rId15"/>
            </p:custDataLst>
          </p:nvPr>
        </p:nvGrpSpPr>
        <p:grpSpPr>
          <a:xfrm>
            <a:off x="9633585" y="1978025"/>
            <a:ext cx="5647055" cy="1198880"/>
            <a:chOff x="0" y="-47625"/>
            <a:chExt cx="1507097" cy="315806"/>
          </a:xfrm>
        </p:grpSpPr>
        <p:sp>
          <p:nvSpPr>
            <p:cNvPr id="280" name="Google Shape;280;p16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507097" cy="268181"/>
            </a:xfrm>
            <a:custGeom>
              <a:avLst/>
              <a:gdLst/>
              <a:ahLst/>
              <a:cxnLst/>
              <a:rect l="l" t="t" r="r" b="b"/>
              <a:pathLst>
                <a:path w="1507097" h="268181" extrusionOk="0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DAF3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16"/>
            <p:cNvSpPr txBox="1"/>
            <p:nvPr/>
          </p:nvSpPr>
          <p:spPr>
            <a:xfrm>
              <a:off x="0" y="-47625"/>
              <a:ext cx="1507097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82" name="Google Shape;282;p16"/>
          <p:cNvGrpSpPr/>
          <p:nvPr>
            <p:custDataLst>
              <p:tags r:id="rId17"/>
            </p:custDataLst>
          </p:nvPr>
        </p:nvGrpSpPr>
        <p:grpSpPr>
          <a:xfrm>
            <a:off x="9666473" y="6131220"/>
            <a:ext cx="5722257" cy="1199077"/>
            <a:chOff x="0" y="-47625"/>
            <a:chExt cx="1507097" cy="315806"/>
          </a:xfrm>
        </p:grpSpPr>
        <p:sp>
          <p:nvSpPr>
            <p:cNvPr id="283" name="Google Shape;283;p16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507097" cy="268181"/>
            </a:xfrm>
            <a:custGeom>
              <a:avLst/>
              <a:gdLst/>
              <a:ahLst/>
              <a:cxnLst/>
              <a:rect l="l" t="t" r="r" b="b"/>
              <a:pathLst>
                <a:path w="1507097" h="268181" extrusionOk="0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16"/>
            <p:cNvSpPr txBox="1"/>
            <p:nvPr/>
          </p:nvSpPr>
          <p:spPr>
            <a:xfrm>
              <a:off x="0" y="-47625"/>
              <a:ext cx="1507097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85" name="Google Shape;285;p16"/>
          <p:cNvSpPr txBox="1"/>
          <p:nvPr>
            <p:custDataLst>
              <p:tags r:id="rId19"/>
            </p:custDataLst>
          </p:nvPr>
        </p:nvSpPr>
        <p:spPr>
          <a:xfrm>
            <a:off x="2802915" y="2507420"/>
            <a:ext cx="5923500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Skills</a:t>
            </a:r>
            <a:endParaRPr sz="1200"/>
          </a:p>
        </p:txBody>
      </p:sp>
      <p:sp>
        <p:nvSpPr>
          <p:cNvPr id="286" name="Google Shape;286;p16"/>
          <p:cNvSpPr txBox="1"/>
          <p:nvPr>
            <p:custDataLst>
              <p:tags r:id="rId20"/>
            </p:custDataLst>
          </p:nvPr>
        </p:nvSpPr>
        <p:spPr>
          <a:xfrm>
            <a:off x="2851200" y="6709850"/>
            <a:ext cx="5923500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Utilities (Utils)</a:t>
            </a:r>
            <a:endParaRPr sz="1200"/>
          </a:p>
        </p:txBody>
      </p:sp>
      <p:sp>
        <p:nvSpPr>
          <p:cNvPr id="287" name="Google Shape;287;p16"/>
          <p:cNvSpPr txBox="1"/>
          <p:nvPr>
            <p:custDataLst>
              <p:tags r:id="rId21"/>
            </p:custDataLst>
          </p:nvPr>
        </p:nvSpPr>
        <p:spPr>
          <a:xfrm>
            <a:off x="9917430" y="2557145"/>
            <a:ext cx="5149215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Tools</a:t>
            </a:r>
            <a:endParaRPr lang="en-US" sz="23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88" name="Google Shape;288;p16"/>
          <p:cNvSpPr txBox="1"/>
          <p:nvPr>
            <p:custDataLst>
              <p:tags r:id="rId22"/>
            </p:custDataLst>
          </p:nvPr>
        </p:nvSpPr>
        <p:spPr>
          <a:xfrm>
            <a:off x="10002861" y="6709850"/>
            <a:ext cx="5154600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Tool Registry</a:t>
            </a:r>
            <a:endParaRPr sz="1200"/>
          </a:p>
        </p:txBody>
      </p:sp>
      <p:pic>
        <p:nvPicPr>
          <p:cNvPr id="289" name="Google Shape;289;p16"/>
          <p:cNvPicPr preferRelativeResize="0"/>
          <p:nvPr/>
        </p:nvPicPr>
        <p:blipFill rotWithShape="1">
          <a:blip r:embed="rId23"/>
          <a:srcRect l="80905"/>
          <a:stretch>
            <a:fillRect/>
          </a:stretch>
        </p:blipFill>
        <p:spPr>
          <a:xfrm>
            <a:off x="0" y="0"/>
            <a:ext cx="195937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/>
        </p:nvSpPr>
        <p:spPr>
          <a:xfrm>
            <a:off x="2237105" y="1162050"/>
            <a:ext cx="12661265" cy="72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Toolbox Conceptual Architecture</a:t>
            </a:r>
            <a:endParaRPr lang="en-US" sz="5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pSp>
        <p:nvGrpSpPr>
          <p:cNvPr id="155" name="Google Shape;155;p11"/>
          <p:cNvGrpSpPr/>
          <p:nvPr/>
        </p:nvGrpSpPr>
        <p:grpSpPr>
          <a:xfrm>
            <a:off x="3575050" y="2532380"/>
            <a:ext cx="10828655" cy="6924040"/>
            <a:chOff x="0" y="-47625"/>
            <a:chExt cx="1506316" cy="2075560"/>
          </a:xfrm>
        </p:grpSpPr>
        <p:sp>
          <p:nvSpPr>
            <p:cNvPr id="156" name="Google Shape;156;p11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11"/>
            <p:cNvSpPr txBox="1"/>
            <p:nvPr/>
          </p:nvSpPr>
          <p:spPr>
            <a:xfrm>
              <a:off x="0" y="-47625"/>
              <a:ext cx="1506316" cy="2075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58" name="Google Shape;158;p11" descr="E:/Desktop/CISC 322/project/Tconcept.pngTconcept"/>
          <p:cNvPicPr preferRelativeResize="0"/>
          <p:nvPr/>
        </p:nvPicPr>
        <p:blipFill rotWithShape="1">
          <a:blip r:embed="rId1"/>
          <a:srcRect l="1486" r="1486"/>
          <a:stretch>
            <a:fillRect/>
          </a:stretch>
        </p:blipFill>
        <p:spPr>
          <a:xfrm>
            <a:off x="3406140" y="2691130"/>
            <a:ext cx="10795000" cy="6592570"/>
          </a:xfrm>
          <a:prstGeom prst="roundRect">
            <a:avLst>
              <a:gd name="adj" fmla="val 353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9" name="Google Shape;159;p11"/>
          <p:cNvPicPr preferRelativeResize="0"/>
          <p:nvPr/>
        </p:nvPicPr>
        <p:blipFill rotWithShape="1">
          <a:blip r:embed="rId2"/>
          <a:srcRect l="84323"/>
          <a:stretch>
            <a:fillRect/>
          </a:stretch>
        </p:blipFill>
        <p:spPr>
          <a:xfrm>
            <a:off x="-3" y="0"/>
            <a:ext cx="1596202" cy="10134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/>
        </p:nvSpPr>
        <p:spPr>
          <a:xfrm>
            <a:off x="2237105" y="1162050"/>
            <a:ext cx="12661265" cy="72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Toolbox Concrete Architecture</a:t>
            </a:r>
            <a:endParaRPr lang="en-US" sz="5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pSp>
        <p:nvGrpSpPr>
          <p:cNvPr id="155" name="Google Shape;155;p11"/>
          <p:cNvGrpSpPr/>
          <p:nvPr/>
        </p:nvGrpSpPr>
        <p:grpSpPr>
          <a:xfrm>
            <a:off x="3025140" y="2339975"/>
            <a:ext cx="12091035" cy="5521325"/>
            <a:chOff x="0" y="-47625"/>
            <a:chExt cx="1506316" cy="2075560"/>
          </a:xfrm>
        </p:grpSpPr>
        <p:sp>
          <p:nvSpPr>
            <p:cNvPr id="156" name="Google Shape;156;p11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11"/>
            <p:cNvSpPr txBox="1"/>
            <p:nvPr/>
          </p:nvSpPr>
          <p:spPr>
            <a:xfrm>
              <a:off x="0" y="-47625"/>
              <a:ext cx="1506316" cy="2075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58" name="Google Shape;158;p11" descr="E:/Desktop/CISC 322/project/t_concrete.pngt_concrete"/>
          <p:cNvPicPr preferRelativeResize="0"/>
          <p:nvPr/>
        </p:nvPicPr>
        <p:blipFill rotWithShape="1">
          <a:blip r:embed="rId1"/>
          <a:srcRect t="169" b="169"/>
          <a:stretch>
            <a:fillRect/>
          </a:stretch>
        </p:blipFill>
        <p:spPr>
          <a:xfrm>
            <a:off x="2787015" y="2270760"/>
            <a:ext cx="12191365" cy="5394960"/>
          </a:xfrm>
          <a:prstGeom prst="roundRect">
            <a:avLst>
              <a:gd name="adj" fmla="val 353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9" name="Google Shape;159;p11"/>
          <p:cNvPicPr preferRelativeResize="0"/>
          <p:nvPr/>
        </p:nvPicPr>
        <p:blipFill rotWithShape="1">
          <a:blip r:embed="rId2"/>
          <a:srcRect l="84323"/>
          <a:stretch>
            <a:fillRect/>
          </a:stretch>
        </p:blipFill>
        <p:spPr>
          <a:xfrm>
            <a:off x="-3" y="0"/>
            <a:ext cx="1596202" cy="1013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t_leg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150" y="8316595"/>
            <a:ext cx="928370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4"/>
          <p:cNvGrpSpPr/>
          <p:nvPr/>
        </p:nvGrpSpPr>
        <p:grpSpPr>
          <a:xfrm>
            <a:off x="4084320" y="5758815"/>
            <a:ext cx="4438650" cy="755650"/>
            <a:chOff x="0" y="-47625"/>
            <a:chExt cx="933832" cy="315806"/>
          </a:xfrm>
        </p:grpSpPr>
        <p:sp>
          <p:nvSpPr>
            <p:cNvPr id="195" name="Google Shape;195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97" name="Google Shape;197;p14"/>
          <p:cNvGrpSpPr/>
          <p:nvPr/>
        </p:nvGrpSpPr>
        <p:grpSpPr>
          <a:xfrm>
            <a:off x="9897745" y="5758815"/>
            <a:ext cx="3536950" cy="756285"/>
            <a:chOff x="0" y="-47625"/>
            <a:chExt cx="933832" cy="315806"/>
          </a:xfrm>
        </p:grpSpPr>
        <p:sp>
          <p:nvSpPr>
            <p:cNvPr id="198" name="Google Shape;198;p14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14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0" name="Google Shape;200;p14"/>
          <p:cNvGrpSpPr/>
          <p:nvPr/>
        </p:nvGrpSpPr>
        <p:grpSpPr>
          <a:xfrm>
            <a:off x="4079875" y="5553075"/>
            <a:ext cx="4449445" cy="847725"/>
            <a:chOff x="0" y="-47625"/>
            <a:chExt cx="936191" cy="315806"/>
          </a:xfrm>
        </p:grpSpPr>
        <p:sp>
          <p:nvSpPr>
            <p:cNvPr id="201" name="Google Shape;201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3" name="Google Shape;203;p14"/>
          <p:cNvGrpSpPr/>
          <p:nvPr/>
        </p:nvGrpSpPr>
        <p:grpSpPr>
          <a:xfrm>
            <a:off x="9893300" y="5553075"/>
            <a:ext cx="3545205" cy="847725"/>
            <a:chOff x="0" y="-47625"/>
            <a:chExt cx="936191" cy="315806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14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15" name="Google Shape;215;p14"/>
          <p:cNvSpPr txBox="1"/>
          <p:nvPr/>
        </p:nvSpPr>
        <p:spPr>
          <a:xfrm>
            <a:off x="3920490" y="5872480"/>
            <a:ext cx="4762500" cy="374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Tools -&gt; Tool Registry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9394409" y="5877535"/>
            <a:ext cx="4542600" cy="374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Utils - &gt; Tools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3919220" y="6968490"/>
            <a:ext cx="5120005" cy="194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8925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None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</a:t>
            </a:r>
            <a:r>
              <a:rPr lang="en-US" sz="22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activate-skill.ts</a:t>
            </a: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queries the registry to list available tools when constructing skill context 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288925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None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register themselves, query what else is available</a:t>
            </a:r>
            <a:endParaRPr lang="en-US" sz="1100"/>
          </a:p>
        </p:txBody>
      </p:sp>
      <p:sp>
        <p:nvSpPr>
          <p:cNvPr id="218" name="Google Shape;218;p14"/>
          <p:cNvSpPr txBox="1"/>
          <p:nvPr/>
        </p:nvSpPr>
        <p:spPr>
          <a:xfrm>
            <a:off x="9897745" y="7061835"/>
            <a:ext cx="5813425" cy="155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8925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None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Import types and definitions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288925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None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workspaceContext.ts and toolCallContext.ts to </a:t>
            </a:r>
            <a:r>
              <a:rPr lang="en-US" sz="22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provide context support</a:t>
            </a: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 for tool execution </a:t>
            </a:r>
            <a:endParaRPr sz="1100"/>
          </a:p>
        </p:txBody>
      </p:sp>
      <p:grpSp>
        <p:nvGrpSpPr>
          <p:cNvPr id="377" name="Google Shape;377;p20"/>
          <p:cNvGrpSpPr/>
          <p:nvPr/>
        </p:nvGrpSpPr>
        <p:grpSpPr>
          <a:xfrm>
            <a:off x="1488440" y="1698625"/>
            <a:ext cx="3975100" cy="1363980"/>
            <a:chOff x="0" y="-47625"/>
            <a:chExt cx="1517852" cy="955094"/>
          </a:xfrm>
        </p:grpSpPr>
        <p:sp>
          <p:nvSpPr>
            <p:cNvPr id="378" name="Google Shape;378;p20"/>
            <p:cNvSpPr/>
            <p:nvPr/>
          </p:nvSpPr>
          <p:spPr>
            <a:xfrm>
              <a:off x="0" y="0"/>
              <a:ext cx="1517852" cy="907469"/>
            </a:xfrm>
            <a:custGeom>
              <a:avLst/>
              <a:gdLst/>
              <a:ahLst/>
              <a:cxnLst/>
              <a:rect l="l" t="t" r="r" b="b"/>
              <a:pathLst>
                <a:path w="1517852" h="907469" extrusionOk="0">
                  <a:moveTo>
                    <a:pt x="40301" y="0"/>
                  </a:moveTo>
                  <a:lnTo>
                    <a:pt x="1477551" y="0"/>
                  </a:lnTo>
                  <a:cubicBezTo>
                    <a:pt x="1499809" y="0"/>
                    <a:pt x="1517852" y="18043"/>
                    <a:pt x="1517852" y="40301"/>
                  </a:cubicBezTo>
                  <a:lnTo>
                    <a:pt x="1517852" y="867168"/>
                  </a:lnTo>
                  <a:cubicBezTo>
                    <a:pt x="1517852" y="889425"/>
                    <a:pt x="1499809" y="907469"/>
                    <a:pt x="1477551" y="907469"/>
                  </a:cubicBezTo>
                  <a:lnTo>
                    <a:pt x="40301" y="907469"/>
                  </a:lnTo>
                  <a:cubicBezTo>
                    <a:pt x="18043" y="907469"/>
                    <a:pt x="0" y="889425"/>
                    <a:pt x="0" y="867168"/>
                  </a:cubicBezTo>
                  <a:lnTo>
                    <a:pt x="0" y="40301"/>
                  </a:lnTo>
                  <a:cubicBezTo>
                    <a:pt x="0" y="18043"/>
                    <a:pt x="18043" y="0"/>
                    <a:pt x="4030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20"/>
            <p:cNvSpPr txBox="1"/>
            <p:nvPr/>
          </p:nvSpPr>
          <p:spPr>
            <a:xfrm>
              <a:off x="0" y="-47625"/>
              <a:ext cx="1517852" cy="9550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80" name="Google Shape;380;p20"/>
          <p:cNvSpPr txBox="1"/>
          <p:nvPr/>
        </p:nvSpPr>
        <p:spPr>
          <a:xfrm>
            <a:off x="1877695" y="1990725"/>
            <a:ext cx="3841115" cy="84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Toolbox Dependency </a:t>
            </a:r>
            <a:endParaRPr lang="en-US" altLang="zh-CN" sz="24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Divergences</a:t>
            </a:r>
            <a:endParaRPr sz="1000" b="1" i="1"/>
          </a:p>
        </p:txBody>
      </p:sp>
      <p:grpSp>
        <p:nvGrpSpPr>
          <p:cNvPr id="155" name="Google Shape;155;p11"/>
          <p:cNvGrpSpPr/>
          <p:nvPr/>
        </p:nvGrpSpPr>
        <p:grpSpPr>
          <a:xfrm>
            <a:off x="6546850" y="944880"/>
            <a:ext cx="8905875" cy="4074795"/>
            <a:chOff x="0" y="-47625"/>
            <a:chExt cx="1506316" cy="2075560"/>
          </a:xfrm>
        </p:grpSpPr>
        <p:sp>
          <p:nvSpPr>
            <p:cNvPr id="156" name="Google Shape;156;p11"/>
            <p:cNvSpPr/>
            <p:nvPr/>
          </p:nvSpPr>
          <p:spPr>
            <a:xfrm>
              <a:off x="0" y="0"/>
              <a:ext cx="1506316" cy="2027935"/>
            </a:xfrm>
            <a:custGeom>
              <a:avLst/>
              <a:gdLst/>
              <a:ahLst/>
              <a:cxnLst/>
              <a:rect l="l" t="t" r="r" b="b"/>
              <a:pathLst>
                <a:path w="1506316" h="2027935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11"/>
            <p:cNvSpPr txBox="1"/>
            <p:nvPr/>
          </p:nvSpPr>
          <p:spPr>
            <a:xfrm>
              <a:off x="0" y="-47625"/>
              <a:ext cx="1506316" cy="2075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58" name="Google Shape;158;p11" descr="E:/Desktop/CISC 322/project/t_concrete.pngt_concrete"/>
          <p:cNvPicPr preferRelativeResize="0"/>
          <p:nvPr/>
        </p:nvPicPr>
        <p:blipFill rotWithShape="1">
          <a:blip r:embed="rId1"/>
          <a:srcRect t="169" b="169"/>
          <a:stretch>
            <a:fillRect/>
          </a:stretch>
        </p:blipFill>
        <p:spPr>
          <a:xfrm>
            <a:off x="6308725" y="875665"/>
            <a:ext cx="8979535" cy="3980815"/>
          </a:xfrm>
          <a:prstGeom prst="roundRect">
            <a:avLst>
              <a:gd name="adj" fmla="val 353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"/>
          <p:cNvSpPr txBox="1"/>
          <p:nvPr/>
        </p:nvSpPr>
        <p:spPr>
          <a:xfrm>
            <a:off x="387516" y="253770"/>
            <a:ext cx="13650300" cy="58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Use Cases: Translate File English to French</a:t>
            </a:r>
            <a:endParaRPr lang="en-US" sz="4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pic>
        <p:nvPicPr>
          <p:cNvPr id="7" name="图片 6" descr="E:/Desktop/CISC 322/project/UC2.pngUC2"/>
          <p:cNvPicPr>
            <a:picLocks noChangeAspect="1"/>
          </p:cNvPicPr>
          <p:nvPr/>
        </p:nvPicPr>
        <p:blipFill>
          <a:blip r:embed="rId1"/>
          <a:srcRect l="2816" r="2816"/>
          <a:stretch>
            <a:fillRect/>
          </a:stretch>
        </p:blipFill>
        <p:spPr>
          <a:xfrm>
            <a:off x="1665605" y="961390"/>
            <a:ext cx="13892530" cy="8547100"/>
          </a:xfrm>
          <a:prstGeom prst="rect">
            <a:avLst/>
          </a:prstGeom>
        </p:spPr>
      </p:pic>
      <p:pic>
        <p:nvPicPr>
          <p:cNvPr id="2" name="图片 1" descr="useLegen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9415780"/>
            <a:ext cx="12807315" cy="64071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5352415" y="2108200"/>
            <a:ext cx="1992630" cy="509905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352415" y="3884295"/>
            <a:ext cx="2511425" cy="403860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1981815" y="5710555"/>
            <a:ext cx="2607310" cy="509905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1232515" y="1358900"/>
            <a:ext cx="1992630" cy="509905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 bldLvl="0" animBg="1"/>
      <p:bldP spid="4" grpId="1" animBg="1"/>
      <p:bldP spid="5" grpId="0" animBg="1"/>
      <p:bldP spid="5" grpId="1" animBg="1"/>
      <p:bldP spid="6" grpId="0" bldLvl="0" animBg="1"/>
      <p:bldP spid="6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20"/>
          <p:cNvGrpSpPr/>
          <p:nvPr/>
        </p:nvGrpSpPr>
        <p:grpSpPr>
          <a:xfrm>
            <a:off x="1342165" y="4962674"/>
            <a:ext cx="5719293" cy="4080087"/>
            <a:chOff x="0" y="-47625"/>
            <a:chExt cx="1506316" cy="1074591"/>
          </a:xfrm>
        </p:grpSpPr>
        <p:sp>
          <p:nvSpPr>
            <p:cNvPr id="373" name="Google Shape;373;p20"/>
            <p:cNvSpPr/>
            <p:nvPr/>
          </p:nvSpPr>
          <p:spPr>
            <a:xfrm>
              <a:off x="0" y="0"/>
              <a:ext cx="1506316" cy="1026966"/>
            </a:xfrm>
            <a:custGeom>
              <a:avLst/>
              <a:gdLst/>
              <a:ahLst/>
              <a:cxnLst/>
              <a:rect l="l" t="t" r="r" b="b"/>
              <a:pathLst>
                <a:path w="1506316" h="1026966" extrusionOk="0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986356"/>
                  </a:lnTo>
                  <a:cubicBezTo>
                    <a:pt x="1506316" y="997127"/>
                    <a:pt x="1502037" y="1007456"/>
                    <a:pt x="1494422" y="1015071"/>
                  </a:cubicBezTo>
                  <a:cubicBezTo>
                    <a:pt x="1486806" y="1022687"/>
                    <a:pt x="1476477" y="1026966"/>
                    <a:pt x="1465707" y="1026966"/>
                  </a:cubicBezTo>
                  <a:lnTo>
                    <a:pt x="40609" y="1026966"/>
                  </a:lnTo>
                  <a:cubicBezTo>
                    <a:pt x="18181" y="1026966"/>
                    <a:pt x="0" y="1008784"/>
                    <a:pt x="0" y="986356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20"/>
            <p:cNvSpPr txBox="1"/>
            <p:nvPr/>
          </p:nvSpPr>
          <p:spPr>
            <a:xfrm>
              <a:off x="0" y="-47625"/>
              <a:ext cx="1506316" cy="1074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75" name="Google Shape;375;p20"/>
          <p:cNvSpPr/>
          <p:nvPr/>
        </p:nvSpPr>
        <p:spPr>
          <a:xfrm>
            <a:off x="1102995" y="4991518"/>
            <a:ext cx="5763206" cy="3795905"/>
          </a:xfrm>
          <a:custGeom>
            <a:avLst/>
            <a:gdLst/>
            <a:ahLst/>
            <a:cxnLst/>
            <a:rect l="l" t="t" r="r" b="b"/>
            <a:pathLst>
              <a:path w="5763206" h="3795905" extrusionOk="0">
                <a:moveTo>
                  <a:pt x="0" y="0"/>
                </a:moveTo>
                <a:lnTo>
                  <a:pt x="5763206" y="0"/>
                </a:lnTo>
                <a:lnTo>
                  <a:pt x="5763206" y="3795905"/>
                </a:lnTo>
                <a:lnTo>
                  <a:pt x="0" y="37959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 t="-575" b="-576"/>
            </a:stretch>
          </a:blipFill>
          <a:ln w="19050" cap="rnd" cmpd="sng">
            <a:solidFill>
              <a:srgbClr val="1C1C1C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0"/>
          <p:cNvSpPr txBox="1"/>
          <p:nvPr/>
        </p:nvSpPr>
        <p:spPr>
          <a:xfrm>
            <a:off x="7971726" y="1810725"/>
            <a:ext cx="10221900" cy="72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Our AI Teammate: 8~10%</a:t>
            </a:r>
            <a:endParaRPr lang="en-US" sz="54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pSp>
        <p:nvGrpSpPr>
          <p:cNvPr id="377" name="Google Shape;377;p20"/>
          <p:cNvGrpSpPr/>
          <p:nvPr/>
        </p:nvGrpSpPr>
        <p:grpSpPr>
          <a:xfrm>
            <a:off x="1028700" y="847725"/>
            <a:ext cx="6254750" cy="3626485"/>
            <a:chOff x="0" y="-47625"/>
            <a:chExt cx="1517852" cy="955094"/>
          </a:xfrm>
        </p:grpSpPr>
        <p:sp>
          <p:nvSpPr>
            <p:cNvPr id="378" name="Google Shape;378;p20"/>
            <p:cNvSpPr/>
            <p:nvPr/>
          </p:nvSpPr>
          <p:spPr>
            <a:xfrm>
              <a:off x="0" y="0"/>
              <a:ext cx="1517852" cy="907469"/>
            </a:xfrm>
            <a:custGeom>
              <a:avLst/>
              <a:gdLst/>
              <a:ahLst/>
              <a:cxnLst/>
              <a:rect l="l" t="t" r="r" b="b"/>
              <a:pathLst>
                <a:path w="1517852" h="907469" extrusionOk="0">
                  <a:moveTo>
                    <a:pt x="40301" y="0"/>
                  </a:moveTo>
                  <a:lnTo>
                    <a:pt x="1477551" y="0"/>
                  </a:lnTo>
                  <a:cubicBezTo>
                    <a:pt x="1499809" y="0"/>
                    <a:pt x="1517852" y="18043"/>
                    <a:pt x="1517852" y="40301"/>
                  </a:cubicBezTo>
                  <a:lnTo>
                    <a:pt x="1517852" y="867168"/>
                  </a:lnTo>
                  <a:cubicBezTo>
                    <a:pt x="1517852" y="889425"/>
                    <a:pt x="1499809" y="907469"/>
                    <a:pt x="1477551" y="907469"/>
                  </a:cubicBezTo>
                  <a:lnTo>
                    <a:pt x="40301" y="907469"/>
                  </a:lnTo>
                  <a:cubicBezTo>
                    <a:pt x="18043" y="907469"/>
                    <a:pt x="0" y="889425"/>
                    <a:pt x="0" y="867168"/>
                  </a:cubicBezTo>
                  <a:lnTo>
                    <a:pt x="0" y="40301"/>
                  </a:lnTo>
                  <a:cubicBezTo>
                    <a:pt x="0" y="18043"/>
                    <a:pt x="18043" y="0"/>
                    <a:pt x="4030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20"/>
            <p:cNvSpPr txBox="1"/>
            <p:nvPr/>
          </p:nvSpPr>
          <p:spPr>
            <a:xfrm>
              <a:off x="0" y="-47625"/>
              <a:ext cx="1517852" cy="9550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80" name="Google Shape;380;p20"/>
          <p:cNvSpPr txBox="1"/>
          <p:nvPr/>
        </p:nvSpPr>
        <p:spPr>
          <a:xfrm>
            <a:off x="1414145" y="1332865"/>
            <a:ext cx="5574665" cy="26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Prompt: (Few S)</a:t>
            </a:r>
            <a:endParaRPr lang="en-US" altLang="zh-CN" sz="24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marL="0" marR="0" lvl="0" indent="0" algn="l" rtl="0">
              <a:lnSpc>
                <a:spcPct val="30000"/>
              </a:lnSpc>
              <a:buNone/>
            </a:pPr>
            <a:endParaRPr lang="en-US" altLang="zh-CN" sz="24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1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Explain what the ReAct Loop does in packages/core/src/scheduler/scheduler.ts and how it's related to the seven subcomponents of our architecture.</a:t>
            </a:r>
            <a:endParaRPr sz="1000" b="1" i="1"/>
          </a:p>
        </p:txBody>
      </p:sp>
      <p:grpSp>
        <p:nvGrpSpPr>
          <p:cNvPr id="381" name="Google Shape;381;p20"/>
          <p:cNvGrpSpPr/>
          <p:nvPr/>
        </p:nvGrpSpPr>
        <p:grpSpPr>
          <a:xfrm>
            <a:off x="7980045" y="2912110"/>
            <a:ext cx="7978775" cy="1198880"/>
            <a:chOff x="0" y="-47625"/>
            <a:chExt cx="1789562" cy="315806"/>
          </a:xfrm>
        </p:grpSpPr>
        <p:sp>
          <p:nvSpPr>
            <p:cNvPr id="382" name="Google Shape;382;p20"/>
            <p:cNvSpPr/>
            <p:nvPr/>
          </p:nvSpPr>
          <p:spPr>
            <a:xfrm>
              <a:off x="0" y="0"/>
              <a:ext cx="1789562" cy="268181"/>
            </a:xfrm>
            <a:custGeom>
              <a:avLst/>
              <a:gdLst/>
              <a:ahLst/>
              <a:cxnLst/>
              <a:rect l="l" t="t" r="r" b="b"/>
              <a:pathLst>
                <a:path w="1789562" h="268181" extrusionOk="0">
                  <a:moveTo>
                    <a:pt x="113940" y="0"/>
                  </a:moveTo>
                  <a:lnTo>
                    <a:pt x="1675623" y="0"/>
                  </a:lnTo>
                  <a:cubicBezTo>
                    <a:pt x="1738550" y="0"/>
                    <a:pt x="1789562" y="51013"/>
                    <a:pt x="1789562" y="113940"/>
                  </a:cubicBezTo>
                  <a:lnTo>
                    <a:pt x="1789562" y="154241"/>
                  </a:lnTo>
                  <a:cubicBezTo>
                    <a:pt x="1789562" y="217169"/>
                    <a:pt x="1738550" y="268181"/>
                    <a:pt x="1675623" y="268181"/>
                  </a:cubicBezTo>
                  <a:lnTo>
                    <a:pt x="113940" y="268181"/>
                  </a:lnTo>
                  <a:cubicBezTo>
                    <a:pt x="51013" y="268181"/>
                    <a:pt x="0" y="217169"/>
                    <a:pt x="0" y="154241"/>
                  </a:cubicBezTo>
                  <a:lnTo>
                    <a:pt x="0" y="113940"/>
                  </a:lnTo>
                  <a:cubicBezTo>
                    <a:pt x="0" y="51013"/>
                    <a:pt x="51013" y="0"/>
                    <a:pt x="113940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20"/>
            <p:cNvSpPr txBox="1"/>
            <p:nvPr/>
          </p:nvSpPr>
          <p:spPr>
            <a:xfrm>
              <a:off x="0" y="-47625"/>
              <a:ext cx="178956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84" name="Google Shape;384;p20"/>
          <p:cNvGrpSpPr/>
          <p:nvPr/>
        </p:nvGrpSpPr>
        <p:grpSpPr>
          <a:xfrm>
            <a:off x="7982749" y="4991539"/>
            <a:ext cx="8728201" cy="1228395"/>
            <a:chOff x="0" y="-47625"/>
            <a:chExt cx="2298785" cy="323528"/>
          </a:xfrm>
        </p:grpSpPr>
        <p:sp>
          <p:nvSpPr>
            <p:cNvPr id="385" name="Google Shape;385;p20"/>
            <p:cNvSpPr/>
            <p:nvPr/>
          </p:nvSpPr>
          <p:spPr>
            <a:xfrm>
              <a:off x="0" y="0"/>
              <a:ext cx="2298785" cy="275903"/>
            </a:xfrm>
            <a:custGeom>
              <a:avLst/>
              <a:gdLst/>
              <a:ahLst/>
              <a:cxnLst/>
              <a:rect l="l" t="t" r="r" b="b"/>
              <a:pathLst>
                <a:path w="2298785" h="275903" extrusionOk="0">
                  <a:moveTo>
                    <a:pt x="88700" y="0"/>
                  </a:moveTo>
                  <a:lnTo>
                    <a:pt x="2210085" y="0"/>
                  </a:lnTo>
                  <a:cubicBezTo>
                    <a:pt x="2233610" y="0"/>
                    <a:pt x="2256171" y="9345"/>
                    <a:pt x="2272806" y="25980"/>
                  </a:cubicBezTo>
                  <a:cubicBezTo>
                    <a:pt x="2289440" y="42614"/>
                    <a:pt x="2298785" y="65175"/>
                    <a:pt x="2298785" y="88700"/>
                  </a:cubicBezTo>
                  <a:lnTo>
                    <a:pt x="2298785" y="187203"/>
                  </a:lnTo>
                  <a:cubicBezTo>
                    <a:pt x="2298785" y="210728"/>
                    <a:pt x="2289440" y="233289"/>
                    <a:pt x="2272806" y="249923"/>
                  </a:cubicBezTo>
                  <a:cubicBezTo>
                    <a:pt x="2256171" y="266558"/>
                    <a:pt x="2233610" y="275903"/>
                    <a:pt x="2210085" y="275903"/>
                  </a:cubicBezTo>
                  <a:lnTo>
                    <a:pt x="88700" y="275903"/>
                  </a:lnTo>
                  <a:cubicBezTo>
                    <a:pt x="65175" y="275903"/>
                    <a:pt x="42614" y="266558"/>
                    <a:pt x="25980" y="249923"/>
                  </a:cubicBezTo>
                  <a:cubicBezTo>
                    <a:pt x="9345" y="233289"/>
                    <a:pt x="0" y="210728"/>
                    <a:pt x="0" y="187203"/>
                  </a:cubicBezTo>
                  <a:lnTo>
                    <a:pt x="0" y="88700"/>
                  </a:lnTo>
                  <a:cubicBezTo>
                    <a:pt x="0" y="65175"/>
                    <a:pt x="9345" y="42614"/>
                    <a:pt x="25980" y="25980"/>
                  </a:cubicBezTo>
                  <a:cubicBezTo>
                    <a:pt x="42614" y="9345"/>
                    <a:pt x="65175" y="0"/>
                    <a:pt x="88700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386;p20"/>
            <p:cNvSpPr txBox="1"/>
            <p:nvPr/>
          </p:nvSpPr>
          <p:spPr>
            <a:xfrm>
              <a:off x="0" y="-47625"/>
              <a:ext cx="2298785" cy="3235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87" name="Google Shape;387;p20"/>
          <p:cNvGrpSpPr/>
          <p:nvPr/>
        </p:nvGrpSpPr>
        <p:grpSpPr>
          <a:xfrm>
            <a:off x="7971790" y="2706370"/>
            <a:ext cx="7998460" cy="1198880"/>
            <a:chOff x="0" y="-47625"/>
            <a:chExt cx="1794084" cy="315806"/>
          </a:xfrm>
        </p:grpSpPr>
        <p:sp>
          <p:nvSpPr>
            <p:cNvPr id="388" name="Google Shape;388;p20"/>
            <p:cNvSpPr/>
            <p:nvPr/>
          </p:nvSpPr>
          <p:spPr>
            <a:xfrm>
              <a:off x="0" y="0"/>
              <a:ext cx="1794084" cy="268181"/>
            </a:xfrm>
            <a:custGeom>
              <a:avLst/>
              <a:gdLst/>
              <a:ahLst/>
              <a:cxnLst/>
              <a:rect l="l" t="t" r="r" b="b"/>
              <a:pathLst>
                <a:path w="1794084" h="268181" extrusionOk="0">
                  <a:moveTo>
                    <a:pt x="113653" y="0"/>
                  </a:moveTo>
                  <a:lnTo>
                    <a:pt x="1680431" y="0"/>
                  </a:lnTo>
                  <a:cubicBezTo>
                    <a:pt x="1710573" y="0"/>
                    <a:pt x="1739482" y="11974"/>
                    <a:pt x="1760796" y="33288"/>
                  </a:cubicBezTo>
                  <a:cubicBezTo>
                    <a:pt x="1782110" y="54602"/>
                    <a:pt x="1794084" y="83510"/>
                    <a:pt x="1794084" y="113653"/>
                  </a:cubicBezTo>
                  <a:lnTo>
                    <a:pt x="1794084" y="154529"/>
                  </a:lnTo>
                  <a:cubicBezTo>
                    <a:pt x="1794084" y="184671"/>
                    <a:pt x="1782110" y="213579"/>
                    <a:pt x="1760796" y="234893"/>
                  </a:cubicBezTo>
                  <a:cubicBezTo>
                    <a:pt x="1739482" y="256207"/>
                    <a:pt x="1710573" y="268181"/>
                    <a:pt x="1680431" y="268181"/>
                  </a:cubicBezTo>
                  <a:lnTo>
                    <a:pt x="113653" y="268181"/>
                  </a:lnTo>
                  <a:cubicBezTo>
                    <a:pt x="83510" y="268181"/>
                    <a:pt x="54602" y="256207"/>
                    <a:pt x="33288" y="234893"/>
                  </a:cubicBezTo>
                  <a:cubicBezTo>
                    <a:pt x="11974" y="213579"/>
                    <a:pt x="0" y="184671"/>
                    <a:pt x="0" y="154529"/>
                  </a:cubicBezTo>
                  <a:lnTo>
                    <a:pt x="0" y="113653"/>
                  </a:lnTo>
                  <a:cubicBezTo>
                    <a:pt x="0" y="83510"/>
                    <a:pt x="11974" y="54602"/>
                    <a:pt x="33288" y="33288"/>
                  </a:cubicBezTo>
                  <a:cubicBezTo>
                    <a:pt x="54602" y="11974"/>
                    <a:pt x="83510" y="0"/>
                    <a:pt x="113653" y="0"/>
                  </a:cubicBezTo>
                  <a:close/>
                </a:path>
              </a:pathLst>
            </a:custGeom>
            <a:solidFill>
              <a:srgbClr val="DAF3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389;p20"/>
            <p:cNvSpPr txBox="1"/>
            <p:nvPr/>
          </p:nvSpPr>
          <p:spPr>
            <a:xfrm>
              <a:off x="0" y="-47625"/>
              <a:ext cx="1794084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90" name="Google Shape;390;p20"/>
          <p:cNvGrpSpPr/>
          <p:nvPr/>
        </p:nvGrpSpPr>
        <p:grpSpPr>
          <a:xfrm>
            <a:off x="7971723" y="4779875"/>
            <a:ext cx="8750252" cy="1228395"/>
            <a:chOff x="0" y="-47625"/>
            <a:chExt cx="2304593" cy="323528"/>
          </a:xfrm>
        </p:grpSpPr>
        <p:sp>
          <p:nvSpPr>
            <p:cNvPr id="391" name="Google Shape;391;p20"/>
            <p:cNvSpPr/>
            <p:nvPr/>
          </p:nvSpPr>
          <p:spPr>
            <a:xfrm>
              <a:off x="0" y="0"/>
              <a:ext cx="2304593" cy="275903"/>
            </a:xfrm>
            <a:custGeom>
              <a:avLst/>
              <a:gdLst/>
              <a:ahLst/>
              <a:cxnLst/>
              <a:rect l="l" t="t" r="r" b="b"/>
              <a:pathLst>
                <a:path w="2304593" h="275903" extrusionOk="0">
                  <a:moveTo>
                    <a:pt x="88477" y="0"/>
                  </a:moveTo>
                  <a:lnTo>
                    <a:pt x="2216117" y="0"/>
                  </a:lnTo>
                  <a:cubicBezTo>
                    <a:pt x="2239582" y="0"/>
                    <a:pt x="2262087" y="9322"/>
                    <a:pt x="2278679" y="25914"/>
                  </a:cubicBezTo>
                  <a:cubicBezTo>
                    <a:pt x="2295272" y="42507"/>
                    <a:pt x="2304593" y="65011"/>
                    <a:pt x="2304593" y="88477"/>
                  </a:cubicBezTo>
                  <a:lnTo>
                    <a:pt x="2304593" y="187427"/>
                  </a:lnTo>
                  <a:cubicBezTo>
                    <a:pt x="2304593" y="210892"/>
                    <a:pt x="2295272" y="233396"/>
                    <a:pt x="2278679" y="249989"/>
                  </a:cubicBezTo>
                  <a:cubicBezTo>
                    <a:pt x="2262087" y="266581"/>
                    <a:pt x="2239582" y="275903"/>
                    <a:pt x="2216117" y="275903"/>
                  </a:cubicBezTo>
                  <a:lnTo>
                    <a:pt x="88477" y="275903"/>
                  </a:lnTo>
                  <a:cubicBezTo>
                    <a:pt x="65011" y="275903"/>
                    <a:pt x="42507" y="266581"/>
                    <a:pt x="25914" y="249989"/>
                  </a:cubicBezTo>
                  <a:cubicBezTo>
                    <a:pt x="9322" y="233396"/>
                    <a:pt x="0" y="210892"/>
                    <a:pt x="0" y="187427"/>
                  </a:cubicBezTo>
                  <a:lnTo>
                    <a:pt x="0" y="88477"/>
                  </a:lnTo>
                  <a:cubicBezTo>
                    <a:pt x="0" y="65011"/>
                    <a:pt x="9322" y="42507"/>
                    <a:pt x="25914" y="25914"/>
                  </a:cubicBezTo>
                  <a:cubicBezTo>
                    <a:pt x="42507" y="9322"/>
                    <a:pt x="65011" y="0"/>
                    <a:pt x="88477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2" name="Google Shape;392;p20"/>
            <p:cNvSpPr txBox="1"/>
            <p:nvPr/>
          </p:nvSpPr>
          <p:spPr>
            <a:xfrm>
              <a:off x="0" y="-47625"/>
              <a:ext cx="2304593" cy="3235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93" name="Google Shape;393;p20"/>
          <p:cNvSpPr txBox="1"/>
          <p:nvPr/>
        </p:nvSpPr>
        <p:spPr>
          <a:xfrm>
            <a:off x="8497570" y="2981960"/>
            <a:ext cx="6798945" cy="74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Keep the Same Strategy Using AI: Single Person &amp; Refinement &amp; BBBBBBBBBBb</a:t>
            </a:r>
            <a:r>
              <a:rPr lang="en-US" sz="2100" b="1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rainstorm </a:t>
            </a:r>
            <a:r>
              <a:rPr lang="en-US" sz="21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Tool B </a:t>
            </a:r>
            <a:endParaRPr sz="1000"/>
          </a:p>
        </p:txBody>
      </p:sp>
      <p:sp>
        <p:nvSpPr>
          <p:cNvPr id="394" name="Google Shape;394;p20"/>
          <p:cNvSpPr txBox="1"/>
          <p:nvPr/>
        </p:nvSpPr>
        <p:spPr>
          <a:xfrm>
            <a:off x="8497856" y="5125470"/>
            <a:ext cx="8367600" cy="74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Scan CLI Codebase for Possible Dependencies | Human Verification</a:t>
            </a:r>
            <a:endParaRPr sz="1000"/>
          </a:p>
        </p:txBody>
      </p:sp>
      <p:grpSp>
        <p:nvGrpSpPr>
          <p:cNvPr id="395" name="Google Shape;395;p20"/>
          <p:cNvGrpSpPr/>
          <p:nvPr/>
        </p:nvGrpSpPr>
        <p:grpSpPr>
          <a:xfrm>
            <a:off x="7978140" y="6882765"/>
            <a:ext cx="7609840" cy="1198880"/>
            <a:chOff x="0" y="-47625"/>
            <a:chExt cx="1354408" cy="315806"/>
          </a:xfrm>
        </p:grpSpPr>
        <p:sp>
          <p:nvSpPr>
            <p:cNvPr id="396" name="Google Shape;396;p20"/>
            <p:cNvSpPr/>
            <p:nvPr/>
          </p:nvSpPr>
          <p:spPr>
            <a:xfrm>
              <a:off x="0" y="0"/>
              <a:ext cx="1354408" cy="268181"/>
            </a:xfrm>
            <a:custGeom>
              <a:avLst/>
              <a:gdLst/>
              <a:ahLst/>
              <a:cxnLst/>
              <a:rect l="l" t="t" r="r" b="b"/>
              <a:pathLst>
                <a:path w="1354408" h="268181" extrusionOk="0">
                  <a:moveTo>
                    <a:pt x="134091" y="0"/>
                  </a:moveTo>
                  <a:lnTo>
                    <a:pt x="1220317" y="0"/>
                  </a:lnTo>
                  <a:cubicBezTo>
                    <a:pt x="1294374" y="0"/>
                    <a:pt x="1354408" y="60034"/>
                    <a:pt x="1354408" y="134091"/>
                  </a:cubicBezTo>
                  <a:lnTo>
                    <a:pt x="1354408" y="134091"/>
                  </a:lnTo>
                  <a:cubicBezTo>
                    <a:pt x="1354408" y="169654"/>
                    <a:pt x="1340281" y="203760"/>
                    <a:pt x="1315134" y="228907"/>
                  </a:cubicBezTo>
                  <a:cubicBezTo>
                    <a:pt x="1289987" y="254054"/>
                    <a:pt x="1255881" y="268181"/>
                    <a:pt x="1220317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397;p20"/>
            <p:cNvSpPr txBox="1"/>
            <p:nvPr/>
          </p:nvSpPr>
          <p:spPr>
            <a:xfrm>
              <a:off x="0" y="-47625"/>
              <a:ext cx="1354408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98" name="Google Shape;398;p20"/>
          <p:cNvGrpSpPr/>
          <p:nvPr/>
        </p:nvGrpSpPr>
        <p:grpSpPr>
          <a:xfrm>
            <a:off x="7971790" y="6677025"/>
            <a:ext cx="7630160" cy="1198880"/>
            <a:chOff x="0" y="-47625"/>
            <a:chExt cx="1357830" cy="315806"/>
          </a:xfrm>
        </p:grpSpPr>
        <p:sp>
          <p:nvSpPr>
            <p:cNvPr id="399" name="Google Shape;399;p20"/>
            <p:cNvSpPr/>
            <p:nvPr/>
          </p:nvSpPr>
          <p:spPr>
            <a:xfrm>
              <a:off x="0" y="0"/>
              <a:ext cx="1357830" cy="268181"/>
            </a:xfrm>
            <a:custGeom>
              <a:avLst/>
              <a:gdLst/>
              <a:ahLst/>
              <a:cxnLst/>
              <a:rect l="l" t="t" r="r" b="b"/>
              <a:pathLst>
                <a:path w="1357830" h="268181" extrusionOk="0">
                  <a:moveTo>
                    <a:pt x="134091" y="0"/>
                  </a:moveTo>
                  <a:lnTo>
                    <a:pt x="1223739" y="0"/>
                  </a:lnTo>
                  <a:cubicBezTo>
                    <a:pt x="1259302" y="0"/>
                    <a:pt x="1293409" y="14127"/>
                    <a:pt x="1318556" y="39274"/>
                  </a:cubicBezTo>
                  <a:cubicBezTo>
                    <a:pt x="1343703" y="64421"/>
                    <a:pt x="1357830" y="98528"/>
                    <a:pt x="1357830" y="134091"/>
                  </a:cubicBezTo>
                  <a:lnTo>
                    <a:pt x="1357830" y="134091"/>
                  </a:lnTo>
                  <a:cubicBezTo>
                    <a:pt x="1357830" y="208147"/>
                    <a:pt x="1297796" y="268181"/>
                    <a:pt x="122373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0" name="Google Shape;400;p20"/>
            <p:cNvSpPr txBox="1"/>
            <p:nvPr/>
          </p:nvSpPr>
          <p:spPr>
            <a:xfrm>
              <a:off x="0" y="-47625"/>
              <a:ext cx="1357830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01" name="Google Shape;401;p20"/>
          <p:cNvSpPr txBox="1"/>
          <p:nvPr/>
        </p:nvSpPr>
        <p:spPr>
          <a:xfrm>
            <a:off x="8729345" y="7202805"/>
            <a:ext cx="5986145" cy="37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Check for Any Details We Could Have Missed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5"/>
          <p:cNvGrpSpPr/>
          <p:nvPr/>
        </p:nvGrpSpPr>
        <p:grpSpPr>
          <a:xfrm>
            <a:off x="4218830" y="3124717"/>
            <a:ext cx="3545642" cy="1199077"/>
            <a:chOff x="0" y="-47625"/>
            <a:chExt cx="933832" cy="315806"/>
          </a:xfrm>
        </p:grpSpPr>
        <p:sp>
          <p:nvSpPr>
            <p:cNvPr id="235" name="Google Shape;235;p15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15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37" name="Google Shape;237;p15"/>
          <p:cNvGrpSpPr/>
          <p:nvPr/>
        </p:nvGrpSpPr>
        <p:grpSpPr>
          <a:xfrm>
            <a:off x="10032300" y="3124717"/>
            <a:ext cx="3545642" cy="1199077"/>
            <a:chOff x="0" y="-47625"/>
            <a:chExt cx="933832" cy="315806"/>
          </a:xfrm>
        </p:grpSpPr>
        <p:sp>
          <p:nvSpPr>
            <p:cNvPr id="238" name="Google Shape;238;p15"/>
            <p:cNvSpPr/>
            <p:nvPr/>
          </p:nvSpPr>
          <p:spPr>
            <a:xfrm>
              <a:off x="0" y="0"/>
              <a:ext cx="933832" cy="268181"/>
            </a:xfrm>
            <a:custGeom>
              <a:avLst/>
              <a:gdLst/>
              <a:ahLst/>
              <a:cxnLst/>
              <a:rect l="l" t="t" r="r" b="b"/>
              <a:pathLst>
                <a:path w="933832" h="268181" extrusionOk="0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15"/>
            <p:cNvSpPr txBox="1"/>
            <p:nvPr/>
          </p:nvSpPr>
          <p:spPr>
            <a:xfrm>
              <a:off x="0" y="-47625"/>
              <a:ext cx="933832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40" name="Google Shape;240;p15"/>
          <p:cNvGrpSpPr/>
          <p:nvPr/>
        </p:nvGrpSpPr>
        <p:grpSpPr>
          <a:xfrm>
            <a:off x="4214351" y="2918977"/>
            <a:ext cx="3554600" cy="1199077"/>
            <a:chOff x="0" y="-47625"/>
            <a:chExt cx="936191" cy="315806"/>
          </a:xfrm>
        </p:grpSpPr>
        <p:sp>
          <p:nvSpPr>
            <p:cNvPr id="241" name="Google Shape;241;p15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E3DA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15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43" name="Google Shape;243;p15"/>
          <p:cNvGrpSpPr/>
          <p:nvPr/>
        </p:nvGrpSpPr>
        <p:grpSpPr>
          <a:xfrm>
            <a:off x="10027821" y="2918977"/>
            <a:ext cx="3554600" cy="1199077"/>
            <a:chOff x="0" y="-47625"/>
            <a:chExt cx="936191" cy="315806"/>
          </a:xfrm>
        </p:grpSpPr>
        <p:sp>
          <p:nvSpPr>
            <p:cNvPr id="244" name="Google Shape;244;p15"/>
            <p:cNvSpPr/>
            <p:nvPr/>
          </p:nvSpPr>
          <p:spPr>
            <a:xfrm>
              <a:off x="0" y="0"/>
              <a:ext cx="936191" cy="268181"/>
            </a:xfrm>
            <a:custGeom>
              <a:avLst/>
              <a:gdLst/>
              <a:ahLst/>
              <a:cxnLst/>
              <a:rect l="l" t="t" r="r" b="b"/>
              <a:pathLst>
                <a:path w="936191" h="268181" extrusionOk="0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DD7C6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15"/>
            <p:cNvSpPr txBox="1"/>
            <p:nvPr/>
          </p:nvSpPr>
          <p:spPr>
            <a:xfrm>
              <a:off x="0" y="-47625"/>
              <a:ext cx="936191" cy="315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46" name="Google Shape;246;p15"/>
          <p:cNvSpPr txBox="1"/>
          <p:nvPr/>
        </p:nvSpPr>
        <p:spPr>
          <a:xfrm>
            <a:off x="4562055" y="3234545"/>
            <a:ext cx="286020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Non-parallelism of Working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10763869" y="3234545"/>
            <a:ext cx="208260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Document Clearly</a:t>
            </a:r>
            <a:endParaRPr lang="en-US" sz="28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3835105" y="4765118"/>
            <a:ext cx="4603800" cy="27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Concrete Architecture is not like Conceptual Architecture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1" i="0" u="sng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One file assignment could shift entire dependency</a:t>
            </a:r>
            <a:endParaRPr lang="en-US" sz="2200" b="1" i="0" u="sng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Need to work out the critical step before everything else could continue</a:t>
            </a:r>
            <a:endParaRPr sz="1100"/>
          </a:p>
        </p:txBody>
      </p:sp>
      <p:sp>
        <p:nvSpPr>
          <p:cNvPr id="249" name="Google Shape;249;p15"/>
          <p:cNvSpPr txBox="1"/>
          <p:nvPr/>
        </p:nvSpPr>
        <p:spPr>
          <a:xfrm>
            <a:off x="9648576" y="4765118"/>
            <a:ext cx="4603800" cy="27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Gemini codebase not documented well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Time-consuming to discover commit &amp; coding intents</a:t>
            </a:r>
            <a:endParaRPr lang="en-US" sz="22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50" marR="0" lvl="1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200"/>
              <a:buFont typeface="Arial" panose="020B0604020202020204"/>
              <a:buChar char="•"/>
            </a:pPr>
            <a:r>
              <a:rPr lang="en-US" sz="2200" b="1" i="0" u="sng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Document our code for testing and debugging, and for future people reading it</a:t>
            </a:r>
            <a:endParaRPr sz="1100" b="1" u="sng"/>
          </a:p>
        </p:txBody>
      </p:sp>
      <p:sp>
        <p:nvSpPr>
          <p:cNvPr id="256" name="Google Shape;256;p16"/>
          <p:cNvSpPr txBox="1"/>
          <p:nvPr/>
        </p:nvSpPr>
        <p:spPr>
          <a:xfrm>
            <a:off x="2569825" y="1128545"/>
            <a:ext cx="13148400" cy="107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Lessons Learned</a:t>
            </a:r>
            <a:endParaRPr lang="en-US" sz="100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7"/>
          <p:cNvPicPr preferRelativeResize="0"/>
          <p:nvPr/>
        </p:nvPicPr>
        <p:blipFill rotWithShape="1">
          <a:blip r:embed="rId1"/>
          <a:srcRect l="8056" t="25343" r="7046" b="489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17"/>
          <p:cNvGrpSpPr/>
          <p:nvPr/>
        </p:nvGrpSpPr>
        <p:grpSpPr>
          <a:xfrm>
            <a:off x="1028700" y="2120265"/>
            <a:ext cx="16230600" cy="6396990"/>
            <a:chOff x="0" y="-47625"/>
            <a:chExt cx="4274697" cy="1137734"/>
          </a:xfrm>
        </p:grpSpPr>
        <p:sp>
          <p:nvSpPr>
            <p:cNvPr id="296" name="Google Shape;296;p17"/>
            <p:cNvSpPr/>
            <p:nvPr/>
          </p:nvSpPr>
          <p:spPr>
            <a:xfrm>
              <a:off x="0" y="0"/>
              <a:ext cx="4274696" cy="1090109"/>
            </a:xfrm>
            <a:custGeom>
              <a:avLst/>
              <a:gdLst/>
              <a:ahLst/>
              <a:cxnLst/>
              <a:rect l="l" t="t" r="r" b="b"/>
              <a:pathLst>
                <a:path w="4274696" h="1090109" extrusionOk="0">
                  <a:moveTo>
                    <a:pt x="14310" y="0"/>
                  </a:moveTo>
                  <a:lnTo>
                    <a:pt x="4260386" y="0"/>
                  </a:lnTo>
                  <a:cubicBezTo>
                    <a:pt x="4264182" y="0"/>
                    <a:pt x="4267822" y="1508"/>
                    <a:pt x="4270505" y="4191"/>
                  </a:cubicBezTo>
                  <a:cubicBezTo>
                    <a:pt x="4273189" y="6875"/>
                    <a:pt x="4274696" y="10515"/>
                    <a:pt x="4274696" y="14310"/>
                  </a:cubicBezTo>
                  <a:lnTo>
                    <a:pt x="4274696" y="1075799"/>
                  </a:lnTo>
                  <a:cubicBezTo>
                    <a:pt x="4274696" y="1079594"/>
                    <a:pt x="4273189" y="1083234"/>
                    <a:pt x="4270505" y="1085918"/>
                  </a:cubicBezTo>
                  <a:cubicBezTo>
                    <a:pt x="4267822" y="1088602"/>
                    <a:pt x="4264182" y="1090109"/>
                    <a:pt x="4260386" y="1090109"/>
                  </a:cubicBezTo>
                  <a:lnTo>
                    <a:pt x="14310" y="1090109"/>
                  </a:lnTo>
                  <a:cubicBezTo>
                    <a:pt x="10515" y="1090109"/>
                    <a:pt x="6875" y="1088602"/>
                    <a:pt x="4191" y="1085918"/>
                  </a:cubicBezTo>
                  <a:cubicBezTo>
                    <a:pt x="1508" y="1083234"/>
                    <a:pt x="0" y="1079594"/>
                    <a:pt x="0" y="1075799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DD7C6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17"/>
            <p:cNvSpPr txBox="1"/>
            <p:nvPr/>
          </p:nvSpPr>
          <p:spPr>
            <a:xfrm>
              <a:off x="0" y="-47625"/>
              <a:ext cx="4274697" cy="113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98" name="Google Shape;298;p17"/>
          <p:cNvSpPr txBox="1"/>
          <p:nvPr/>
        </p:nvSpPr>
        <p:spPr>
          <a:xfrm>
            <a:off x="2323148" y="5173634"/>
            <a:ext cx="5459100" cy="96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Limitations</a:t>
            </a:r>
            <a:endParaRPr lang="en-US" sz="72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8818222" y="2730184"/>
            <a:ext cx="6980400" cy="544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</a:t>
            </a:r>
            <a:r>
              <a:rPr lang="en-US" sz="2800" b="1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Overlooking Single Files</a:t>
            </a:r>
            <a:endParaRPr lang="en-US" sz="28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We only investigate large number dependencies in Understand simply by names of folder -&gt; could overlook single file that does different job than rest of files in the folder </a:t>
            </a:r>
            <a:endParaRPr lang="en-US" sz="28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- </a:t>
            </a:r>
            <a:r>
              <a:rPr lang="en-US" sz="2800" b="1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Finer Grouping on Function </a:t>
            </a:r>
            <a:r>
              <a:rPr lang="en-US" sz="28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Folder/files grouping does not extend to function level -&gt; possible misinterpretation in dpendency</a:t>
            </a:r>
            <a:endParaRPr lang="en-US" sz="28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22"/>
          <p:cNvPicPr preferRelativeResize="0"/>
          <p:nvPr/>
        </p:nvPicPr>
        <p:blipFill rotWithShape="1">
          <a:blip r:embed="rId1"/>
          <a:srcRect l="21123" t="-14263" r="21428" b="29005"/>
          <a:stretch>
            <a:fillRect/>
          </a:stretch>
        </p:blipFill>
        <p:spPr>
          <a:xfrm>
            <a:off x="-1" y="-2065800"/>
            <a:ext cx="18288000" cy="12352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6" name="Google Shape;436;p22"/>
          <p:cNvGrpSpPr/>
          <p:nvPr/>
        </p:nvGrpSpPr>
        <p:grpSpPr>
          <a:xfrm>
            <a:off x="1028812" y="2542623"/>
            <a:ext cx="16230488" cy="4319835"/>
            <a:chOff x="0" y="-47625"/>
            <a:chExt cx="4274697" cy="1137734"/>
          </a:xfrm>
        </p:grpSpPr>
        <p:sp>
          <p:nvSpPr>
            <p:cNvPr id="437" name="Google Shape;437;p22"/>
            <p:cNvSpPr/>
            <p:nvPr/>
          </p:nvSpPr>
          <p:spPr>
            <a:xfrm>
              <a:off x="0" y="0"/>
              <a:ext cx="4274696" cy="1090109"/>
            </a:xfrm>
            <a:custGeom>
              <a:avLst/>
              <a:gdLst/>
              <a:ahLst/>
              <a:cxnLst/>
              <a:rect l="l" t="t" r="r" b="b"/>
              <a:pathLst>
                <a:path w="4274696" h="1090109" extrusionOk="0">
                  <a:moveTo>
                    <a:pt x="14310" y="0"/>
                  </a:moveTo>
                  <a:lnTo>
                    <a:pt x="4260386" y="0"/>
                  </a:lnTo>
                  <a:cubicBezTo>
                    <a:pt x="4264182" y="0"/>
                    <a:pt x="4267822" y="1508"/>
                    <a:pt x="4270505" y="4191"/>
                  </a:cubicBezTo>
                  <a:cubicBezTo>
                    <a:pt x="4273189" y="6875"/>
                    <a:pt x="4274696" y="10515"/>
                    <a:pt x="4274696" y="14310"/>
                  </a:cubicBezTo>
                  <a:lnTo>
                    <a:pt x="4274696" y="1075799"/>
                  </a:lnTo>
                  <a:cubicBezTo>
                    <a:pt x="4274696" y="1079594"/>
                    <a:pt x="4273189" y="1083234"/>
                    <a:pt x="4270505" y="1085918"/>
                  </a:cubicBezTo>
                  <a:cubicBezTo>
                    <a:pt x="4267822" y="1088602"/>
                    <a:pt x="4264182" y="1090109"/>
                    <a:pt x="4260386" y="1090109"/>
                  </a:cubicBezTo>
                  <a:lnTo>
                    <a:pt x="14310" y="1090109"/>
                  </a:lnTo>
                  <a:cubicBezTo>
                    <a:pt x="10515" y="1090109"/>
                    <a:pt x="6875" y="1088602"/>
                    <a:pt x="4191" y="1085918"/>
                  </a:cubicBezTo>
                  <a:cubicBezTo>
                    <a:pt x="1508" y="1083234"/>
                    <a:pt x="0" y="1079594"/>
                    <a:pt x="0" y="1075799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22"/>
            <p:cNvSpPr txBox="1"/>
            <p:nvPr/>
          </p:nvSpPr>
          <p:spPr>
            <a:xfrm>
              <a:off x="0" y="-47625"/>
              <a:ext cx="4274697" cy="1137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39" name="Google Shape;439;p22"/>
          <p:cNvSpPr txBox="1"/>
          <p:nvPr/>
        </p:nvSpPr>
        <p:spPr>
          <a:xfrm>
            <a:off x="2019935" y="4001135"/>
            <a:ext cx="14686280" cy="133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i="0" u="none" strike="noStrike" cap="none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if end: call(Thank You)</a:t>
            </a:r>
            <a:endParaRPr lang="en-US" sz="10000" b="1" i="0" u="none" strike="noStrike" cap="none">
              <a:solidFill>
                <a:srgbClr val="1C1C1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A"/>
        </a:solidFill>
        <a:effectLst/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4"/>
          <p:cNvGrpSpPr/>
          <p:nvPr/>
        </p:nvGrpSpPr>
        <p:grpSpPr>
          <a:xfrm>
            <a:off x="1600481" y="3573626"/>
            <a:ext cx="7313278" cy="3925267"/>
            <a:chOff x="0" y="-38100"/>
            <a:chExt cx="1926131" cy="1033815"/>
          </a:xfrm>
        </p:grpSpPr>
        <p:sp>
          <p:nvSpPr>
            <p:cNvPr id="511" name="Google Shape;511;p24"/>
            <p:cNvSpPr/>
            <p:nvPr/>
          </p:nvSpPr>
          <p:spPr>
            <a:xfrm>
              <a:off x="0" y="0"/>
              <a:ext cx="1926131" cy="995715"/>
            </a:xfrm>
            <a:custGeom>
              <a:avLst/>
              <a:gdLst/>
              <a:ahLst/>
              <a:cxnLst/>
              <a:rect l="l" t="t" r="r" b="b"/>
              <a:pathLst>
                <a:path w="1926131" h="995715" extrusionOk="0">
                  <a:moveTo>
                    <a:pt x="31758" y="0"/>
                  </a:moveTo>
                  <a:lnTo>
                    <a:pt x="1894373" y="0"/>
                  </a:lnTo>
                  <a:cubicBezTo>
                    <a:pt x="1902795" y="0"/>
                    <a:pt x="1910873" y="3346"/>
                    <a:pt x="1916829" y="9302"/>
                  </a:cubicBezTo>
                  <a:cubicBezTo>
                    <a:pt x="1922785" y="15258"/>
                    <a:pt x="1926131" y="23336"/>
                    <a:pt x="1926131" y="31758"/>
                  </a:cubicBezTo>
                  <a:lnTo>
                    <a:pt x="1926131" y="963957"/>
                  </a:lnTo>
                  <a:cubicBezTo>
                    <a:pt x="1926131" y="981496"/>
                    <a:pt x="1911912" y="995715"/>
                    <a:pt x="1894373" y="995715"/>
                  </a:cubicBezTo>
                  <a:lnTo>
                    <a:pt x="31758" y="995715"/>
                  </a:lnTo>
                  <a:cubicBezTo>
                    <a:pt x="14219" y="995715"/>
                    <a:pt x="0" y="981496"/>
                    <a:pt x="0" y="963957"/>
                  </a:cubicBezTo>
                  <a:lnTo>
                    <a:pt x="0" y="31758"/>
                  </a:lnTo>
                  <a:cubicBezTo>
                    <a:pt x="0" y="14219"/>
                    <a:pt x="14219" y="0"/>
                    <a:pt x="31758" y="0"/>
                  </a:cubicBezTo>
                  <a:close/>
                </a:path>
              </a:pathLst>
            </a:custGeom>
            <a:solidFill>
              <a:srgbClr val="DAF3F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2" name="Google Shape;512;p24"/>
            <p:cNvSpPr txBox="1"/>
            <p:nvPr/>
          </p:nvSpPr>
          <p:spPr>
            <a:xfrm>
              <a:off x="0" y="-38100"/>
              <a:ext cx="1926131" cy="1033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13" name="Google Shape;513;p24"/>
          <p:cNvGrpSpPr/>
          <p:nvPr/>
        </p:nvGrpSpPr>
        <p:grpSpPr>
          <a:xfrm>
            <a:off x="9374240" y="3573626"/>
            <a:ext cx="7313278" cy="3925267"/>
            <a:chOff x="0" y="-38100"/>
            <a:chExt cx="1926131" cy="1033815"/>
          </a:xfrm>
        </p:grpSpPr>
        <p:sp>
          <p:nvSpPr>
            <p:cNvPr id="514" name="Google Shape;514;p24"/>
            <p:cNvSpPr/>
            <p:nvPr/>
          </p:nvSpPr>
          <p:spPr>
            <a:xfrm>
              <a:off x="0" y="0"/>
              <a:ext cx="1926131" cy="995715"/>
            </a:xfrm>
            <a:custGeom>
              <a:avLst/>
              <a:gdLst/>
              <a:ahLst/>
              <a:cxnLst/>
              <a:rect l="l" t="t" r="r" b="b"/>
              <a:pathLst>
                <a:path w="1926131" h="995715" extrusionOk="0">
                  <a:moveTo>
                    <a:pt x="31758" y="0"/>
                  </a:moveTo>
                  <a:lnTo>
                    <a:pt x="1894373" y="0"/>
                  </a:lnTo>
                  <a:cubicBezTo>
                    <a:pt x="1902795" y="0"/>
                    <a:pt x="1910873" y="3346"/>
                    <a:pt x="1916829" y="9302"/>
                  </a:cubicBezTo>
                  <a:cubicBezTo>
                    <a:pt x="1922785" y="15258"/>
                    <a:pt x="1926131" y="23336"/>
                    <a:pt x="1926131" y="31758"/>
                  </a:cubicBezTo>
                  <a:lnTo>
                    <a:pt x="1926131" y="963957"/>
                  </a:lnTo>
                  <a:cubicBezTo>
                    <a:pt x="1926131" y="981496"/>
                    <a:pt x="1911912" y="995715"/>
                    <a:pt x="1894373" y="995715"/>
                  </a:cubicBezTo>
                  <a:lnTo>
                    <a:pt x="31758" y="995715"/>
                  </a:lnTo>
                  <a:cubicBezTo>
                    <a:pt x="14219" y="995715"/>
                    <a:pt x="0" y="981496"/>
                    <a:pt x="0" y="963957"/>
                  </a:cubicBezTo>
                  <a:lnTo>
                    <a:pt x="0" y="31758"/>
                  </a:lnTo>
                  <a:cubicBezTo>
                    <a:pt x="0" y="14219"/>
                    <a:pt x="14219" y="0"/>
                    <a:pt x="31758" y="0"/>
                  </a:cubicBezTo>
                  <a:close/>
                </a:path>
              </a:pathLst>
            </a:custGeom>
            <a:solidFill>
              <a:srgbClr val="CADDAD"/>
            </a:solidFill>
            <a:ln w="19050" cap="rnd" cmpd="sng">
              <a:solidFill>
                <a:srgbClr val="1C1C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24"/>
            <p:cNvSpPr txBox="1"/>
            <p:nvPr/>
          </p:nvSpPr>
          <p:spPr>
            <a:xfrm>
              <a:off x="0" y="-38100"/>
              <a:ext cx="1926131" cy="1033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16" name="Google Shape;516;p24"/>
          <p:cNvSpPr txBox="1"/>
          <p:nvPr/>
        </p:nvSpPr>
        <p:spPr>
          <a:xfrm>
            <a:off x="2373861" y="6325471"/>
            <a:ext cx="57665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for this presentation template</a:t>
            </a:r>
            <a:endParaRPr lang="en-US" sz="20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17" name="Google Shape;517;p24"/>
          <p:cNvSpPr txBox="1"/>
          <p:nvPr/>
        </p:nvSpPr>
        <p:spPr>
          <a:xfrm>
            <a:off x="9882077" y="6325471"/>
            <a:ext cx="629760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for the photos, graphics, and elements</a:t>
            </a:r>
            <a:endParaRPr lang="en-US" sz="20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18" name="Google Shape;518;p24"/>
          <p:cNvSpPr txBox="1"/>
          <p:nvPr/>
        </p:nvSpPr>
        <p:spPr>
          <a:xfrm>
            <a:off x="10088745" y="4720555"/>
            <a:ext cx="588427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Pexels, Pixabay, Sketchify</a:t>
            </a:r>
            <a:endParaRPr lang="en-US" sz="45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9" name="Google Shape;519;p24"/>
          <p:cNvSpPr txBox="1"/>
          <p:nvPr/>
        </p:nvSpPr>
        <p:spPr>
          <a:xfrm>
            <a:off x="3377480" y="2956287"/>
            <a:ext cx="1153303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This presentation template is free for everyone to use, thanks to the following:</a:t>
            </a:r>
            <a:endParaRPr lang="en-US" sz="2300" b="0" i="0" u="none" strike="noStrike" cap="none">
              <a:solidFill>
                <a:srgbClr val="1C1C1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0" name="Google Shape;520;p24"/>
          <p:cNvSpPr txBox="1"/>
          <p:nvPr/>
        </p:nvSpPr>
        <p:spPr>
          <a:xfrm>
            <a:off x="5469973" y="1860687"/>
            <a:ext cx="7348055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>
                <a:solidFill>
                  <a:srgbClr val="1C1C1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Credits</a:t>
            </a:r>
            <a:endParaRPr lang="en-US" sz="7000" b="1" i="0" u="none" strike="noStrike" cap="none">
              <a:solidFill>
                <a:srgbClr val="1C1C1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pic>
        <p:nvPicPr>
          <p:cNvPr id="521" name="Google Shape;521;p2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735750" y="4561950"/>
            <a:ext cx="5042774" cy="12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2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3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4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5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6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7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8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9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10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11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12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13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14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15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16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17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18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19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20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21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ags/tag22.xml><?xml version="1.0" encoding="utf-8"?>
<p:tagLst xmlns:p="http://schemas.openxmlformats.org/presentationml/2006/main">
  <p:tag name="KSO_WM_DIAGRAM_VIRTUALLY_FRAME" val="{&quot;height&quot;:441.51559055118105,&quot;left&quot;:220.701968503937,&quot;top&quot;:151.87314960629922,&quot;width&quot;:991.0090551181104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4317</Words>
  <Application>WPS 演示</Application>
  <PresentationFormat/>
  <Paragraphs>212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Arial</vt:lpstr>
      <vt:lpstr>Work Sans</vt:lpstr>
      <vt:lpstr>Calibri</vt:lpstr>
      <vt:lpstr>Work Sans Medium</vt:lpstr>
      <vt:lpstr>Bahnschrift</vt:lpstr>
      <vt:lpstr>Work Sans SemiBold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Changing phase</cp:lastModifiedBy>
  <cp:revision>61</cp:revision>
  <dcterms:created xsi:type="dcterms:W3CDTF">2026-03-10T02:58:00Z</dcterms:created>
  <dcterms:modified xsi:type="dcterms:W3CDTF">2026-03-13T22:15:55Z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4843E02DDEC24E58B6BC72294FC9C37C_12</vt:lpwstr>
  </property>
</Properties>
</file>